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TT Supermolot Neue Expanded Bold" charset="1" panose="02000803000000020004"/>
      <p:regular r:id="rId19"/>
    </p:embeddedFont>
    <p:embeddedFont>
      <p:font typeface="Open Sans" charset="1" panose="00000000000000000000"/>
      <p:regular r:id="rId20"/>
    </p:embeddedFont>
    <p:embeddedFont>
      <p:font typeface="TT Supermolot Neue Expanded" charset="1" panose="02000503020000020004"/>
      <p:regular r:id="rId21"/>
    </p:embeddedFont>
    <p:embeddedFont>
      <p:font typeface="Open Sans Bold" charset="1" panose="00000000000000000000"/>
      <p:regular r:id="rId22"/>
    </p:embeddedFont>
    <p:embeddedFont>
      <p:font typeface="Inter" charset="1" panose="020B0502030000000004"/>
      <p:regular r:id="rId23"/>
    </p:embeddedFont>
    <p:embeddedFont>
      <p:font typeface="Inter Bold" charset="1" panose="020B08020300000000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8" Type="http://schemas.openxmlformats.org/officeDocument/2006/relationships/slide" Target="slides/slide3.xml"/><Relationship Id="rId26" Type="http://schemas.openxmlformats.org/officeDocument/2006/relationships/customXml" Target="../customXml/item2.xml"/><Relationship Id="rId21" Type="http://schemas.openxmlformats.org/officeDocument/2006/relationships/font" Target="fonts/font21.fntdata"/><Relationship Id="rId3" Type="http://schemas.openxmlformats.org/officeDocument/2006/relationships/viewProps" Target="viewProps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7" Type="http://schemas.openxmlformats.org/officeDocument/2006/relationships/slide" Target="slides/slide2.xml"/><Relationship Id="rId25" Type="http://schemas.openxmlformats.org/officeDocument/2006/relationships/customXml" Target="../customXml/item1.xml"/><Relationship Id="rId16" Type="http://schemas.openxmlformats.org/officeDocument/2006/relationships/slide" Target="slides/slide11.xml"/><Relationship Id="rId2" Type="http://schemas.openxmlformats.org/officeDocument/2006/relationships/presProps" Target="presProps.xml"/><Relationship Id="rId20" Type="http://schemas.openxmlformats.org/officeDocument/2006/relationships/font" Target="fonts/font20.fntdata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24" Type="http://schemas.openxmlformats.org/officeDocument/2006/relationships/font" Target="fonts/font24.fntdata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font" Target="fonts/font23.fntdata"/><Relationship Id="rId5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font" Target="fonts/font19.fntdata"/><Relationship Id="rId14" Type="http://schemas.openxmlformats.org/officeDocument/2006/relationships/slide" Target="slides/slide9.xml"/><Relationship Id="rId22" Type="http://schemas.openxmlformats.org/officeDocument/2006/relationships/font" Target="fonts/font22.fntdata"/><Relationship Id="rId4" Type="http://schemas.openxmlformats.org/officeDocument/2006/relationships/theme" Target="theme/theme1.xml"/><Relationship Id="rId9" Type="http://schemas.openxmlformats.org/officeDocument/2006/relationships/slide" Target="slides/slide4.xml"/><Relationship Id="rId27" Type="http://schemas.openxmlformats.org/officeDocument/2006/relationships/customXml" Target="../customXml/item3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6.jpe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11.jpeg" Type="http://schemas.openxmlformats.org/officeDocument/2006/relationships/image"/><Relationship Id="rId6" Target="../media/image1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1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2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11" Target="../media/image29.png" Type="http://schemas.openxmlformats.org/officeDocument/2006/relationships/image"/><Relationship Id="rId12" Target="../media/image30.png" Type="http://schemas.openxmlformats.org/officeDocument/2006/relationships/image"/><Relationship Id="rId13" Target="../media/image31.png" Type="http://schemas.openxmlformats.org/officeDocument/2006/relationships/image"/><Relationship Id="rId14" Target="../media/image32.png" Type="http://schemas.openxmlformats.org/officeDocument/2006/relationships/image"/><Relationship Id="rId15" Target="../media/image33.png" Type="http://schemas.openxmlformats.org/officeDocument/2006/relationships/image"/><Relationship Id="rId16" Target="../media/image34.pn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Relationship Id="rId8" Target="../media/image26.jpe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3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3429" y="479195"/>
            <a:ext cx="274427" cy="260019"/>
          </a:xfrm>
          <a:custGeom>
            <a:avLst/>
            <a:gdLst/>
            <a:ahLst/>
            <a:cxnLst/>
            <a:rect r="r" b="b" t="t" l="l"/>
            <a:pathLst>
              <a:path h="260019" w="274427">
                <a:moveTo>
                  <a:pt x="0" y="0"/>
                </a:moveTo>
                <a:lnTo>
                  <a:pt x="274427" y="0"/>
                </a:lnTo>
                <a:lnTo>
                  <a:pt x="274427" y="260019"/>
                </a:lnTo>
                <a:lnTo>
                  <a:pt x="0" y="2600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708290" y="-3086100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6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484392" y="6367692"/>
            <a:ext cx="5781216" cy="5781216"/>
          </a:xfrm>
          <a:custGeom>
            <a:avLst/>
            <a:gdLst/>
            <a:ahLst/>
            <a:cxnLst/>
            <a:rect r="r" b="b" t="t" l="l"/>
            <a:pathLst>
              <a:path h="5781216" w="5781216">
                <a:moveTo>
                  <a:pt x="0" y="0"/>
                </a:moveTo>
                <a:lnTo>
                  <a:pt x="5781216" y="0"/>
                </a:lnTo>
                <a:lnTo>
                  <a:pt x="5781216" y="5781216"/>
                </a:lnTo>
                <a:lnTo>
                  <a:pt x="0" y="57812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6000"/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21380" y="3512224"/>
            <a:ext cx="15201710" cy="3262552"/>
            <a:chOff x="0" y="0"/>
            <a:chExt cx="4003743" cy="85927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03742" cy="859273"/>
            </a:xfrm>
            <a:custGeom>
              <a:avLst/>
              <a:gdLst/>
              <a:ahLst/>
              <a:cxnLst/>
              <a:rect r="r" b="b" t="t" l="l"/>
              <a:pathLst>
                <a:path h="859273" w="4003742">
                  <a:moveTo>
                    <a:pt x="0" y="0"/>
                  </a:moveTo>
                  <a:lnTo>
                    <a:pt x="4003742" y="0"/>
                  </a:lnTo>
                  <a:lnTo>
                    <a:pt x="4003742" y="859273"/>
                  </a:lnTo>
                  <a:lnTo>
                    <a:pt x="0" y="8592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gradFill>
                <a:gsLst>
                  <a:gs pos="0">
                    <a:srgbClr val="FF2BC4">
                      <a:alpha val="100000"/>
                    </a:srgbClr>
                  </a:gs>
                  <a:gs pos="100000">
                    <a:srgbClr val="5500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003743" cy="8973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899748" y="2434062"/>
            <a:ext cx="2156324" cy="2156324"/>
          </a:xfrm>
          <a:custGeom>
            <a:avLst/>
            <a:gdLst/>
            <a:ahLst/>
            <a:cxnLst/>
            <a:rect r="r" b="b" t="t" l="l"/>
            <a:pathLst>
              <a:path h="2156324" w="2156324">
                <a:moveTo>
                  <a:pt x="0" y="0"/>
                </a:moveTo>
                <a:lnTo>
                  <a:pt x="2156324" y="0"/>
                </a:lnTo>
                <a:lnTo>
                  <a:pt x="2156324" y="2156324"/>
                </a:lnTo>
                <a:lnTo>
                  <a:pt x="0" y="21563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763077" y="4218716"/>
            <a:ext cx="14761845" cy="1659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55"/>
              </a:lnSpc>
              <a:spcBef>
                <a:spcPct val="0"/>
              </a:spcBef>
            </a:pPr>
            <a:r>
              <a:rPr lang="en-US" b="true" sz="9682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FT_TRANSCENDENCE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4231928" y="5696614"/>
            <a:ext cx="2156324" cy="2156324"/>
          </a:xfrm>
          <a:custGeom>
            <a:avLst/>
            <a:gdLst/>
            <a:ahLst/>
            <a:cxnLst/>
            <a:rect r="r" b="b" t="t" l="l"/>
            <a:pathLst>
              <a:path h="2156324" w="2156324">
                <a:moveTo>
                  <a:pt x="0" y="0"/>
                </a:moveTo>
                <a:lnTo>
                  <a:pt x="2156324" y="0"/>
                </a:lnTo>
                <a:lnTo>
                  <a:pt x="2156324" y="2156324"/>
                </a:lnTo>
                <a:lnTo>
                  <a:pt x="0" y="21563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7839141" y="8809441"/>
            <a:ext cx="448859" cy="448859"/>
            <a:chOff x="0" y="0"/>
            <a:chExt cx="118218" cy="11821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8218" cy="118218"/>
            </a:xfrm>
            <a:custGeom>
              <a:avLst/>
              <a:gdLst/>
              <a:ahLst/>
              <a:cxnLst/>
              <a:rect r="r" b="b" t="t" l="l"/>
              <a:pathLst>
                <a:path h="118218" w="118218">
                  <a:moveTo>
                    <a:pt x="0" y="0"/>
                  </a:moveTo>
                  <a:lnTo>
                    <a:pt x="118218" y="0"/>
                  </a:lnTo>
                  <a:lnTo>
                    <a:pt x="118218" y="118218"/>
                  </a:lnTo>
                  <a:lnTo>
                    <a:pt x="0" y="118218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18218" cy="1563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5940842" y="517674"/>
            <a:ext cx="9784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385046" y="517674"/>
            <a:ext cx="1060497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About Us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154289" y="517674"/>
            <a:ext cx="735456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Photo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898530" y="517674"/>
            <a:ext cx="8097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7839141" y="8360583"/>
            <a:ext cx="448859" cy="448859"/>
            <a:chOff x="0" y="0"/>
            <a:chExt cx="118218" cy="11821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8218" cy="118218"/>
            </a:xfrm>
            <a:custGeom>
              <a:avLst/>
              <a:gdLst/>
              <a:ahLst/>
              <a:cxnLst/>
              <a:rect r="r" b="b" t="t" l="l"/>
              <a:pathLst>
                <a:path h="118218" w="118218">
                  <a:moveTo>
                    <a:pt x="0" y="0"/>
                  </a:moveTo>
                  <a:lnTo>
                    <a:pt x="118218" y="0"/>
                  </a:lnTo>
                  <a:lnTo>
                    <a:pt x="118218" y="118218"/>
                  </a:lnTo>
                  <a:lnTo>
                    <a:pt x="0" y="118218"/>
                  </a:lnTo>
                  <a:close/>
                </a:path>
              </a:pathLst>
            </a:custGeom>
            <a:solidFill>
              <a:srgbClr val="FFFFFF">
                <a:alpha val="19608"/>
              </a:srgbClr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18218" cy="1563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096258" y="489099"/>
            <a:ext cx="1385913" cy="25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SURFERS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0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73429" y="479195"/>
            <a:ext cx="274427" cy="260019"/>
          </a:xfrm>
          <a:custGeom>
            <a:avLst/>
            <a:gdLst/>
            <a:ahLst/>
            <a:cxnLst/>
            <a:rect r="r" b="b" t="t" l="l"/>
            <a:pathLst>
              <a:path h="260019" w="274427">
                <a:moveTo>
                  <a:pt x="0" y="0"/>
                </a:moveTo>
                <a:lnTo>
                  <a:pt x="274427" y="0"/>
                </a:lnTo>
                <a:lnTo>
                  <a:pt x="274427" y="260019"/>
                </a:lnTo>
                <a:lnTo>
                  <a:pt x="0" y="260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708290" y="-3086100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6000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839141" y="8809441"/>
            <a:ext cx="448859" cy="448859"/>
            <a:chOff x="0" y="0"/>
            <a:chExt cx="118218" cy="11821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8218" cy="118218"/>
            </a:xfrm>
            <a:custGeom>
              <a:avLst/>
              <a:gdLst/>
              <a:ahLst/>
              <a:cxnLst/>
              <a:rect r="r" b="b" t="t" l="l"/>
              <a:pathLst>
                <a:path h="118218" w="118218">
                  <a:moveTo>
                    <a:pt x="0" y="0"/>
                  </a:moveTo>
                  <a:lnTo>
                    <a:pt x="118218" y="0"/>
                  </a:lnTo>
                  <a:lnTo>
                    <a:pt x="118218" y="118218"/>
                  </a:lnTo>
                  <a:lnTo>
                    <a:pt x="0" y="118218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18218" cy="1563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7839141" y="8360583"/>
            <a:ext cx="448859" cy="448859"/>
            <a:chOff x="0" y="0"/>
            <a:chExt cx="118218" cy="11821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8218" cy="118218"/>
            </a:xfrm>
            <a:custGeom>
              <a:avLst/>
              <a:gdLst/>
              <a:ahLst/>
              <a:cxnLst/>
              <a:rect r="r" b="b" t="t" l="l"/>
              <a:pathLst>
                <a:path h="118218" w="118218">
                  <a:moveTo>
                    <a:pt x="0" y="0"/>
                  </a:moveTo>
                  <a:lnTo>
                    <a:pt x="118218" y="0"/>
                  </a:lnTo>
                  <a:lnTo>
                    <a:pt x="118218" y="118218"/>
                  </a:lnTo>
                  <a:lnTo>
                    <a:pt x="0" y="118218"/>
                  </a:lnTo>
                  <a:close/>
                </a:path>
              </a:pathLst>
            </a:custGeom>
            <a:solidFill>
              <a:srgbClr val="FFFFFF">
                <a:alpha val="19608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18218" cy="1563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0" y="1850565"/>
            <a:ext cx="8375085" cy="6585871"/>
            <a:chOff x="0" y="0"/>
            <a:chExt cx="11166780" cy="8781161"/>
          </a:xfrm>
        </p:grpSpPr>
        <p:pic>
          <p:nvPicPr>
            <p:cNvPr name="Picture 17" id="17"/>
            <p:cNvPicPr>
              <a:picLocks noChangeAspect="true"/>
            </p:cNvPicPr>
            <p:nvPr/>
          </p:nvPicPr>
          <p:blipFill>
            <a:blip r:embed="rId5"/>
            <a:srcRect l="0" t="0" r="0" b="10640"/>
            <a:stretch>
              <a:fillRect/>
            </a:stretch>
          </p:blipFill>
          <p:spPr>
            <a:xfrm flipH="false" flipV="false">
              <a:off x="0" y="0"/>
              <a:ext cx="11166780" cy="8781161"/>
            </a:xfrm>
            <a:prstGeom prst="rect">
              <a:avLst/>
            </a:prstGeom>
          </p:spPr>
        </p:pic>
      </p:grpSp>
      <p:grpSp>
        <p:nvGrpSpPr>
          <p:cNvPr name="Group 18" id="18"/>
          <p:cNvGrpSpPr/>
          <p:nvPr/>
        </p:nvGrpSpPr>
        <p:grpSpPr>
          <a:xfrm rot="0">
            <a:off x="0" y="8585012"/>
            <a:ext cx="8375085" cy="1701988"/>
            <a:chOff x="0" y="0"/>
            <a:chExt cx="2205784" cy="4482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05784" cy="448260"/>
            </a:xfrm>
            <a:custGeom>
              <a:avLst/>
              <a:gdLst/>
              <a:ahLst/>
              <a:cxnLst/>
              <a:rect r="r" b="b" t="t" l="l"/>
              <a:pathLst>
                <a:path h="448260" w="2205784">
                  <a:moveTo>
                    <a:pt x="0" y="0"/>
                  </a:moveTo>
                  <a:lnTo>
                    <a:pt x="2205784" y="0"/>
                  </a:lnTo>
                  <a:lnTo>
                    <a:pt x="2205784" y="448260"/>
                  </a:lnTo>
                  <a:lnTo>
                    <a:pt x="0" y="448260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205784" cy="486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687073" y="2378747"/>
            <a:ext cx="1193492" cy="47625"/>
            <a:chOff x="0" y="0"/>
            <a:chExt cx="314335" cy="1254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14335" cy="12543"/>
            </a:xfrm>
            <a:custGeom>
              <a:avLst/>
              <a:gdLst/>
              <a:ahLst/>
              <a:cxnLst/>
              <a:rect r="r" b="b" t="t" l="l"/>
              <a:pathLst>
                <a:path h="12543" w="314335">
                  <a:moveTo>
                    <a:pt x="0" y="0"/>
                  </a:moveTo>
                  <a:lnTo>
                    <a:pt x="314335" y="0"/>
                  </a:lnTo>
                  <a:lnTo>
                    <a:pt x="314335" y="12543"/>
                  </a:lnTo>
                  <a:lnTo>
                    <a:pt x="0" y="12543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314335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7296923" y="772403"/>
            <a:ext cx="2156324" cy="2156324"/>
          </a:xfrm>
          <a:custGeom>
            <a:avLst/>
            <a:gdLst/>
            <a:ahLst/>
            <a:cxnLst/>
            <a:rect r="r" b="b" t="t" l="l"/>
            <a:pathLst>
              <a:path h="2156324" w="2156324">
                <a:moveTo>
                  <a:pt x="0" y="0"/>
                </a:moveTo>
                <a:lnTo>
                  <a:pt x="2156324" y="0"/>
                </a:lnTo>
                <a:lnTo>
                  <a:pt x="2156324" y="2156324"/>
                </a:lnTo>
                <a:lnTo>
                  <a:pt x="0" y="21563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8728415" y="4326750"/>
            <a:ext cx="169107" cy="169107"/>
            <a:chOff x="0" y="0"/>
            <a:chExt cx="170296" cy="17029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70296" cy="170296"/>
            </a:xfrm>
            <a:custGeom>
              <a:avLst/>
              <a:gdLst/>
              <a:ahLst/>
              <a:cxnLst/>
              <a:rect r="r" b="b" t="t" l="l"/>
              <a:pathLst>
                <a:path h="170296" w="170296">
                  <a:moveTo>
                    <a:pt x="0" y="0"/>
                  </a:moveTo>
                  <a:lnTo>
                    <a:pt x="170296" y="0"/>
                  </a:lnTo>
                  <a:lnTo>
                    <a:pt x="170296" y="170296"/>
                  </a:lnTo>
                  <a:lnTo>
                    <a:pt x="0" y="170296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70296" cy="208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728415" y="5690267"/>
            <a:ext cx="169107" cy="169107"/>
            <a:chOff x="0" y="0"/>
            <a:chExt cx="170296" cy="17029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70296" cy="170296"/>
            </a:xfrm>
            <a:custGeom>
              <a:avLst/>
              <a:gdLst/>
              <a:ahLst/>
              <a:cxnLst/>
              <a:rect r="r" b="b" t="t" l="l"/>
              <a:pathLst>
                <a:path h="170296" w="170296">
                  <a:moveTo>
                    <a:pt x="0" y="0"/>
                  </a:moveTo>
                  <a:lnTo>
                    <a:pt x="170296" y="0"/>
                  </a:lnTo>
                  <a:lnTo>
                    <a:pt x="170296" y="170296"/>
                  </a:lnTo>
                  <a:lnTo>
                    <a:pt x="0" y="170296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70296" cy="208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746293" y="7488690"/>
            <a:ext cx="169107" cy="169107"/>
            <a:chOff x="0" y="0"/>
            <a:chExt cx="170296" cy="17029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70296" cy="170296"/>
            </a:xfrm>
            <a:custGeom>
              <a:avLst/>
              <a:gdLst/>
              <a:ahLst/>
              <a:cxnLst/>
              <a:rect r="r" b="b" t="t" l="l"/>
              <a:pathLst>
                <a:path h="170296" w="170296">
                  <a:moveTo>
                    <a:pt x="0" y="0"/>
                  </a:moveTo>
                  <a:lnTo>
                    <a:pt x="170296" y="0"/>
                  </a:lnTo>
                  <a:lnTo>
                    <a:pt x="170296" y="170296"/>
                  </a:lnTo>
                  <a:lnTo>
                    <a:pt x="0" y="170296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70296" cy="208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5940842" y="517674"/>
            <a:ext cx="9784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385046" y="517674"/>
            <a:ext cx="1060497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About Us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154289" y="517674"/>
            <a:ext cx="735456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Photo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898530" y="517674"/>
            <a:ext cx="8097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687073" y="2409852"/>
            <a:ext cx="4668621" cy="955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0"/>
              </a:lnSpc>
              <a:spcBef>
                <a:spcPct val="0"/>
              </a:spcBef>
            </a:pPr>
            <a:r>
              <a:rPr lang="en-US" b="true" sz="5500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OVERVIEW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144000" y="4133117"/>
            <a:ext cx="8919571" cy="458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0"/>
              </a:lnSpc>
            </a:pPr>
            <a:r>
              <a:rPr lang="en-US" sz="3239" spc="15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Full-stack SPA Ping Pong Game with multiplayer &amp; tournament modes.</a:t>
            </a:r>
          </a:p>
          <a:p>
            <a:pPr algn="l">
              <a:lnSpc>
                <a:spcPts val="3660"/>
              </a:lnSpc>
            </a:pPr>
          </a:p>
          <a:p>
            <a:pPr algn="l">
              <a:lnSpc>
                <a:spcPts val="3660"/>
              </a:lnSpc>
            </a:pPr>
            <a:r>
              <a:rPr lang="en-US" sz="3239" spc="15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Secure user management (OAuth, 2FA), PostgreSQL data, immutable tournament results on Ethereum blockchain.</a:t>
            </a:r>
          </a:p>
          <a:p>
            <a:pPr algn="l">
              <a:lnSpc>
                <a:spcPts val="3660"/>
              </a:lnSpc>
            </a:pPr>
          </a:p>
          <a:p>
            <a:pPr algn="l">
              <a:lnSpc>
                <a:spcPts val="3660"/>
              </a:lnSpc>
            </a:pPr>
            <a:r>
              <a:rPr lang="en-US" sz="3239" spc="15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Focuses on </a:t>
            </a:r>
            <a:r>
              <a:rPr lang="en-US" sz="3239" spc="15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Django, Vanilla JS, Docker, Nginx, ELK. </a:t>
            </a:r>
          </a:p>
          <a:p>
            <a:pPr algn="l">
              <a:lnSpc>
                <a:spcPts val="3660"/>
              </a:lnSpc>
            </a:pPr>
          </a:p>
        </p:txBody>
      </p:sp>
      <p:sp>
        <p:nvSpPr>
          <p:cNvPr name="TextBox 40" id="40"/>
          <p:cNvSpPr txBox="true"/>
          <p:nvPr/>
        </p:nvSpPr>
        <p:spPr>
          <a:xfrm rot="0">
            <a:off x="1096258" y="489099"/>
            <a:ext cx="1385913" cy="25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SURFERS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0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73429" y="479195"/>
            <a:ext cx="274427" cy="260019"/>
          </a:xfrm>
          <a:custGeom>
            <a:avLst/>
            <a:gdLst/>
            <a:ahLst/>
            <a:cxnLst/>
            <a:rect r="r" b="b" t="t" l="l"/>
            <a:pathLst>
              <a:path h="260019" w="274427">
                <a:moveTo>
                  <a:pt x="0" y="0"/>
                </a:moveTo>
                <a:lnTo>
                  <a:pt x="274427" y="0"/>
                </a:lnTo>
                <a:lnTo>
                  <a:pt x="274427" y="260019"/>
                </a:lnTo>
                <a:lnTo>
                  <a:pt x="0" y="260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704003" y="-3087922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6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311698" y="6119539"/>
            <a:ext cx="5781216" cy="5781216"/>
          </a:xfrm>
          <a:custGeom>
            <a:avLst/>
            <a:gdLst/>
            <a:ahLst/>
            <a:cxnLst/>
            <a:rect r="r" b="b" t="t" l="l"/>
            <a:pathLst>
              <a:path h="5781216" w="5781216">
                <a:moveTo>
                  <a:pt x="0" y="0"/>
                </a:moveTo>
                <a:lnTo>
                  <a:pt x="5781216" y="0"/>
                </a:lnTo>
                <a:lnTo>
                  <a:pt x="5781216" y="5781216"/>
                </a:lnTo>
                <a:lnTo>
                  <a:pt x="0" y="57812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6000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96258" y="489099"/>
            <a:ext cx="1385913" cy="25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SURFERS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940842" y="517674"/>
            <a:ext cx="9784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385046" y="517674"/>
            <a:ext cx="1060497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About Us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154289" y="517674"/>
            <a:ext cx="735456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Photo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898530" y="517674"/>
            <a:ext cx="8097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255953" y="4212114"/>
            <a:ext cx="3101183" cy="3101183"/>
            <a:chOff x="0" y="0"/>
            <a:chExt cx="4134911" cy="4134911"/>
          </a:xfrm>
        </p:grpSpPr>
        <p:pic>
          <p:nvPicPr>
            <p:cNvPr name="Picture 17" id="17"/>
            <p:cNvPicPr>
              <a:picLocks noChangeAspect="true"/>
            </p:cNvPicPr>
            <p:nvPr/>
          </p:nvPicPr>
          <p:blipFill>
            <a:blip r:embed="rId5"/>
            <a:srcRect l="0" t="2837" r="5365" b="13758"/>
            <a:stretch>
              <a:fillRect/>
            </a:stretch>
          </p:blipFill>
          <p:spPr>
            <a:xfrm flipH="false" flipV="false">
              <a:off x="0" y="0"/>
              <a:ext cx="4134911" cy="4134911"/>
            </a:xfrm>
            <a:prstGeom prst="rect">
              <a:avLst/>
            </a:prstGeom>
          </p:spPr>
        </p:pic>
      </p:grpSp>
      <p:grpSp>
        <p:nvGrpSpPr>
          <p:cNvPr name="Group 18" id="18"/>
          <p:cNvGrpSpPr/>
          <p:nvPr/>
        </p:nvGrpSpPr>
        <p:grpSpPr>
          <a:xfrm rot="0">
            <a:off x="255953" y="7584466"/>
            <a:ext cx="3101183" cy="685718"/>
            <a:chOff x="0" y="0"/>
            <a:chExt cx="588799" cy="13019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88799" cy="130192"/>
            </a:xfrm>
            <a:custGeom>
              <a:avLst/>
              <a:gdLst/>
              <a:ahLst/>
              <a:cxnLst/>
              <a:rect r="r" b="b" t="t" l="l"/>
              <a:pathLst>
                <a:path h="130192" w="588799">
                  <a:moveTo>
                    <a:pt x="0" y="0"/>
                  </a:moveTo>
                  <a:lnTo>
                    <a:pt x="588799" y="0"/>
                  </a:lnTo>
                  <a:lnTo>
                    <a:pt x="588799" y="130192"/>
                  </a:lnTo>
                  <a:lnTo>
                    <a:pt x="0" y="130192"/>
                  </a:lnTo>
                  <a:close/>
                </a:path>
              </a:pathLst>
            </a:custGeom>
            <a:gradFill rotWithShape="true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88799" cy="1682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342372" y="7765549"/>
            <a:ext cx="2928346" cy="339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8"/>
              </a:lnSpc>
              <a:spcBef>
                <a:spcPct val="0"/>
              </a:spcBef>
            </a:pPr>
            <a:r>
              <a:rPr lang="en-US" b="true" sz="199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Deiaaeldin Hamad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3929387" y="3255226"/>
            <a:ext cx="3101183" cy="3101183"/>
            <a:chOff x="0" y="0"/>
            <a:chExt cx="4134911" cy="4134911"/>
          </a:xfrm>
        </p:grpSpPr>
        <p:pic>
          <p:nvPicPr>
            <p:cNvPr name="Picture 23" id="23"/>
            <p:cNvPicPr>
              <a:picLocks noChangeAspect="true"/>
            </p:cNvPicPr>
            <p:nvPr/>
          </p:nvPicPr>
          <p:blipFill>
            <a:blip r:embed="rId6"/>
            <a:srcRect l="43292" t="8073" r="0" b="16316"/>
            <a:stretch>
              <a:fillRect/>
            </a:stretch>
          </p:blipFill>
          <p:spPr>
            <a:xfrm flipH="false" flipV="false">
              <a:off x="0" y="0"/>
              <a:ext cx="4134911" cy="4134911"/>
            </a:xfrm>
            <a:prstGeom prst="rect">
              <a:avLst/>
            </a:prstGeom>
          </p:spPr>
        </p:pic>
      </p:grpSp>
      <p:grpSp>
        <p:nvGrpSpPr>
          <p:cNvPr name="Group 24" id="24"/>
          <p:cNvGrpSpPr/>
          <p:nvPr/>
        </p:nvGrpSpPr>
        <p:grpSpPr>
          <a:xfrm rot="0">
            <a:off x="3929387" y="6627578"/>
            <a:ext cx="3101183" cy="685718"/>
            <a:chOff x="0" y="0"/>
            <a:chExt cx="588799" cy="13019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88799" cy="130192"/>
            </a:xfrm>
            <a:custGeom>
              <a:avLst/>
              <a:gdLst/>
              <a:ahLst/>
              <a:cxnLst/>
              <a:rect r="r" b="b" t="t" l="l"/>
              <a:pathLst>
                <a:path h="130192" w="588799">
                  <a:moveTo>
                    <a:pt x="0" y="0"/>
                  </a:moveTo>
                  <a:lnTo>
                    <a:pt x="588799" y="0"/>
                  </a:lnTo>
                  <a:lnTo>
                    <a:pt x="588799" y="130192"/>
                  </a:lnTo>
                  <a:lnTo>
                    <a:pt x="0" y="130192"/>
                  </a:lnTo>
                  <a:close/>
                </a:path>
              </a:pathLst>
            </a:custGeom>
            <a:gradFill rotWithShape="true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588799" cy="1682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4015805" y="6589478"/>
            <a:ext cx="2928346" cy="692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8"/>
              </a:lnSpc>
              <a:spcBef>
                <a:spcPct val="0"/>
              </a:spcBef>
            </a:pPr>
            <a:r>
              <a:rPr lang="en-US" b="true" sz="199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Mohammed Mohammed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7602820" y="4212114"/>
            <a:ext cx="3101183" cy="3101183"/>
            <a:chOff x="0" y="0"/>
            <a:chExt cx="4134911" cy="4134911"/>
          </a:xfrm>
        </p:grpSpPr>
        <p:pic>
          <p:nvPicPr>
            <p:cNvPr name="Picture 29" id="29"/>
            <p:cNvPicPr>
              <a:picLocks noChangeAspect="true"/>
            </p:cNvPicPr>
            <p:nvPr/>
          </p:nvPicPr>
          <p:blipFill>
            <a:blip r:embed="rId7"/>
            <a:srcRect l="4145" t="2072" r="0" b="2072"/>
            <a:stretch>
              <a:fillRect/>
            </a:stretch>
          </p:blipFill>
          <p:spPr>
            <a:xfrm flipH="false" flipV="false">
              <a:off x="0" y="0"/>
              <a:ext cx="4134911" cy="4134911"/>
            </a:xfrm>
            <a:prstGeom prst="rect">
              <a:avLst/>
            </a:prstGeom>
          </p:spPr>
        </p:pic>
      </p:grpSp>
      <p:grpSp>
        <p:nvGrpSpPr>
          <p:cNvPr name="Group 30" id="30"/>
          <p:cNvGrpSpPr/>
          <p:nvPr/>
        </p:nvGrpSpPr>
        <p:grpSpPr>
          <a:xfrm rot="0">
            <a:off x="7602820" y="7584466"/>
            <a:ext cx="3101183" cy="685718"/>
            <a:chOff x="0" y="0"/>
            <a:chExt cx="588799" cy="13019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88799" cy="130192"/>
            </a:xfrm>
            <a:custGeom>
              <a:avLst/>
              <a:gdLst/>
              <a:ahLst/>
              <a:cxnLst/>
              <a:rect r="r" b="b" t="t" l="l"/>
              <a:pathLst>
                <a:path h="130192" w="588799">
                  <a:moveTo>
                    <a:pt x="0" y="0"/>
                  </a:moveTo>
                  <a:lnTo>
                    <a:pt x="588799" y="0"/>
                  </a:lnTo>
                  <a:lnTo>
                    <a:pt x="588799" y="130192"/>
                  </a:lnTo>
                  <a:lnTo>
                    <a:pt x="0" y="130192"/>
                  </a:lnTo>
                  <a:close/>
                </a:path>
              </a:pathLst>
            </a:custGeom>
            <a:gradFill rotWithShape="true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588799" cy="1682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7689238" y="7765549"/>
            <a:ext cx="2928346" cy="339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8"/>
              </a:lnSpc>
              <a:spcBef>
                <a:spcPct val="0"/>
              </a:spcBef>
            </a:pPr>
            <a:r>
              <a:rPr lang="en-US" b="true" sz="199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Mohamed Nour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1276253" y="3255226"/>
            <a:ext cx="3101183" cy="3101183"/>
            <a:chOff x="0" y="0"/>
            <a:chExt cx="4134911" cy="4134911"/>
          </a:xfrm>
        </p:grpSpPr>
        <p:pic>
          <p:nvPicPr>
            <p:cNvPr name="Picture 35" id="35"/>
            <p:cNvPicPr>
              <a:picLocks noChangeAspect="true"/>
            </p:cNvPicPr>
            <p:nvPr/>
          </p:nvPicPr>
          <p:blipFill>
            <a:blip r:embed="rId8"/>
            <a:srcRect l="0" t="12167" r="6164" b="12167"/>
            <a:stretch>
              <a:fillRect/>
            </a:stretch>
          </p:blipFill>
          <p:spPr>
            <a:xfrm flipH="false" flipV="false">
              <a:off x="0" y="0"/>
              <a:ext cx="4134911" cy="4134911"/>
            </a:xfrm>
            <a:prstGeom prst="rect">
              <a:avLst/>
            </a:prstGeom>
          </p:spPr>
        </p:pic>
      </p:grpSp>
      <p:grpSp>
        <p:nvGrpSpPr>
          <p:cNvPr name="Group 36" id="36"/>
          <p:cNvGrpSpPr/>
          <p:nvPr/>
        </p:nvGrpSpPr>
        <p:grpSpPr>
          <a:xfrm rot="0">
            <a:off x="11276253" y="6627578"/>
            <a:ext cx="3101183" cy="685718"/>
            <a:chOff x="0" y="0"/>
            <a:chExt cx="588799" cy="13019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88799" cy="130192"/>
            </a:xfrm>
            <a:custGeom>
              <a:avLst/>
              <a:gdLst/>
              <a:ahLst/>
              <a:cxnLst/>
              <a:rect r="r" b="b" t="t" l="l"/>
              <a:pathLst>
                <a:path h="130192" w="588799">
                  <a:moveTo>
                    <a:pt x="0" y="0"/>
                  </a:moveTo>
                  <a:lnTo>
                    <a:pt x="588799" y="0"/>
                  </a:lnTo>
                  <a:lnTo>
                    <a:pt x="588799" y="130192"/>
                  </a:lnTo>
                  <a:lnTo>
                    <a:pt x="0" y="130192"/>
                  </a:lnTo>
                  <a:close/>
                </a:path>
              </a:pathLst>
            </a:custGeom>
            <a:gradFill rotWithShape="true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588799" cy="1682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1362671" y="6808661"/>
            <a:ext cx="2928346" cy="339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8"/>
              </a:lnSpc>
              <a:spcBef>
                <a:spcPct val="0"/>
              </a:spcBef>
            </a:pPr>
            <a:r>
              <a:rPr lang="en-US" b="true" sz="199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Ahmed Ibrahim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0">
            <a:off x="-822209" y="3133952"/>
            <a:ext cx="2156324" cy="2156324"/>
          </a:xfrm>
          <a:custGeom>
            <a:avLst/>
            <a:gdLst/>
            <a:ahLst/>
            <a:cxnLst/>
            <a:rect r="r" b="b" t="t" l="l"/>
            <a:pathLst>
              <a:path h="2156324" w="2156324">
                <a:moveTo>
                  <a:pt x="0" y="0"/>
                </a:moveTo>
                <a:lnTo>
                  <a:pt x="2156324" y="0"/>
                </a:lnTo>
                <a:lnTo>
                  <a:pt x="2156324" y="2156324"/>
                </a:lnTo>
                <a:lnTo>
                  <a:pt x="0" y="21563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5136792" y="3975808"/>
            <a:ext cx="2156324" cy="2156324"/>
          </a:xfrm>
          <a:custGeom>
            <a:avLst/>
            <a:gdLst/>
            <a:ahLst/>
            <a:cxnLst/>
            <a:rect r="r" b="b" t="t" l="l"/>
            <a:pathLst>
              <a:path h="2156324" w="2156324">
                <a:moveTo>
                  <a:pt x="0" y="0"/>
                </a:moveTo>
                <a:lnTo>
                  <a:pt x="2156324" y="0"/>
                </a:lnTo>
                <a:lnTo>
                  <a:pt x="2156324" y="2156324"/>
                </a:lnTo>
                <a:lnTo>
                  <a:pt x="0" y="21563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4765982" y="1814279"/>
            <a:ext cx="8756035" cy="955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  <a:spcBef>
                <a:spcPct val="0"/>
              </a:spcBef>
            </a:pPr>
            <a:r>
              <a:rPr lang="en-US" b="true" sz="5500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MEET OUR TEAM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8547254" y="1783174"/>
            <a:ext cx="1193492" cy="47625"/>
            <a:chOff x="0" y="0"/>
            <a:chExt cx="314335" cy="1254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14335" cy="12543"/>
            </a:xfrm>
            <a:custGeom>
              <a:avLst/>
              <a:gdLst/>
              <a:ahLst/>
              <a:cxnLst/>
              <a:rect r="r" b="b" t="t" l="l"/>
              <a:pathLst>
                <a:path h="12543" w="314335">
                  <a:moveTo>
                    <a:pt x="0" y="0"/>
                  </a:moveTo>
                  <a:lnTo>
                    <a:pt x="314335" y="0"/>
                  </a:lnTo>
                  <a:lnTo>
                    <a:pt x="314335" y="12543"/>
                  </a:lnTo>
                  <a:lnTo>
                    <a:pt x="0" y="12543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314335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5034661" y="4212114"/>
            <a:ext cx="3101183" cy="3101183"/>
            <a:chOff x="0" y="0"/>
            <a:chExt cx="4134911" cy="4134911"/>
          </a:xfrm>
        </p:grpSpPr>
        <p:pic>
          <p:nvPicPr>
            <p:cNvPr name="Picture 47" id="47"/>
            <p:cNvPicPr>
              <a:picLocks noChangeAspect="true"/>
            </p:cNvPicPr>
            <p:nvPr/>
          </p:nvPicPr>
          <p:blipFill>
            <a:blip r:embed="rId9"/>
            <a:srcRect l="6032" t="957" r="0" b="2963"/>
            <a:stretch>
              <a:fillRect/>
            </a:stretch>
          </p:blipFill>
          <p:spPr>
            <a:xfrm flipH="false" flipV="false">
              <a:off x="0" y="0"/>
              <a:ext cx="4134911" cy="4134911"/>
            </a:xfrm>
            <a:prstGeom prst="rect">
              <a:avLst/>
            </a:prstGeom>
          </p:spPr>
        </p:pic>
      </p:grpSp>
      <p:grpSp>
        <p:nvGrpSpPr>
          <p:cNvPr name="Group 48" id="48"/>
          <p:cNvGrpSpPr/>
          <p:nvPr/>
        </p:nvGrpSpPr>
        <p:grpSpPr>
          <a:xfrm rot="0">
            <a:off x="15034661" y="7584466"/>
            <a:ext cx="3101183" cy="685718"/>
            <a:chOff x="0" y="0"/>
            <a:chExt cx="588799" cy="13019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88799" cy="130192"/>
            </a:xfrm>
            <a:custGeom>
              <a:avLst/>
              <a:gdLst/>
              <a:ahLst/>
              <a:cxnLst/>
              <a:rect r="r" b="b" t="t" l="l"/>
              <a:pathLst>
                <a:path h="130192" w="588799">
                  <a:moveTo>
                    <a:pt x="0" y="0"/>
                  </a:moveTo>
                  <a:lnTo>
                    <a:pt x="588799" y="0"/>
                  </a:lnTo>
                  <a:lnTo>
                    <a:pt x="588799" y="130192"/>
                  </a:lnTo>
                  <a:lnTo>
                    <a:pt x="0" y="130192"/>
                  </a:lnTo>
                  <a:close/>
                </a:path>
              </a:pathLst>
            </a:custGeom>
            <a:gradFill rotWithShape="true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588799" cy="1682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15121079" y="7765549"/>
            <a:ext cx="2928346" cy="339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8"/>
              </a:lnSpc>
              <a:spcBef>
                <a:spcPct val="0"/>
              </a:spcBef>
            </a:pPr>
            <a:r>
              <a:rPr lang="en-US" b="true" sz="199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Hisham Eltayb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78189" y="8536885"/>
            <a:ext cx="3456711" cy="394816"/>
            <a:chOff x="0" y="0"/>
            <a:chExt cx="4608948" cy="52642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608948" cy="526422"/>
            </a:xfrm>
            <a:custGeom>
              <a:avLst/>
              <a:gdLst/>
              <a:ahLst/>
              <a:cxnLst/>
              <a:rect r="r" b="b" t="t" l="l"/>
              <a:pathLst>
                <a:path h="526422" w="4608948">
                  <a:moveTo>
                    <a:pt x="0" y="0"/>
                  </a:moveTo>
                  <a:lnTo>
                    <a:pt x="4608948" y="0"/>
                  </a:lnTo>
                  <a:lnTo>
                    <a:pt x="4608948" y="526422"/>
                  </a:lnTo>
                  <a:lnTo>
                    <a:pt x="0" y="526422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4608948" cy="57404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111"/>
                </a:lnSpc>
              </a:pPr>
              <a:r>
                <a:rPr lang="en-US" sz="2250" spc="-44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Frontend Lead &amp; UI/UX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3707959" y="7408832"/>
            <a:ext cx="3456711" cy="789633"/>
            <a:chOff x="0" y="0"/>
            <a:chExt cx="4608948" cy="105284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608948" cy="1052844"/>
            </a:xfrm>
            <a:custGeom>
              <a:avLst/>
              <a:gdLst/>
              <a:ahLst/>
              <a:cxnLst/>
              <a:rect r="r" b="b" t="t" l="l"/>
              <a:pathLst>
                <a:path h="1052844" w="4608948">
                  <a:moveTo>
                    <a:pt x="0" y="0"/>
                  </a:moveTo>
                  <a:lnTo>
                    <a:pt x="4608948" y="0"/>
                  </a:lnTo>
                  <a:lnTo>
                    <a:pt x="4608948" y="1052844"/>
                  </a:lnTo>
                  <a:lnTo>
                    <a:pt x="0" y="1052844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4608948" cy="110046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111"/>
                </a:lnSpc>
              </a:pPr>
              <a:r>
                <a:rPr lang="en-US" sz="2250" spc="-44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Backend Lead &amp; API Development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7348918" y="8339476"/>
            <a:ext cx="3456711" cy="789633"/>
            <a:chOff x="0" y="0"/>
            <a:chExt cx="4608948" cy="105284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608948" cy="1052844"/>
            </a:xfrm>
            <a:custGeom>
              <a:avLst/>
              <a:gdLst/>
              <a:ahLst/>
              <a:cxnLst/>
              <a:rect r="r" b="b" t="t" l="l"/>
              <a:pathLst>
                <a:path h="1052844" w="4608948">
                  <a:moveTo>
                    <a:pt x="0" y="0"/>
                  </a:moveTo>
                  <a:lnTo>
                    <a:pt x="4608948" y="0"/>
                  </a:lnTo>
                  <a:lnTo>
                    <a:pt x="4608948" y="1052844"/>
                  </a:lnTo>
                  <a:lnTo>
                    <a:pt x="0" y="1052844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4608948" cy="110046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111"/>
                </a:lnSpc>
              </a:pPr>
              <a:r>
                <a:rPr lang="en-US" sz="2250" spc="-44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Game Logic &amp; Frontend Development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1140976" y="7480552"/>
            <a:ext cx="3456711" cy="789633"/>
            <a:chOff x="0" y="0"/>
            <a:chExt cx="4608948" cy="105284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608948" cy="1052844"/>
            </a:xfrm>
            <a:custGeom>
              <a:avLst/>
              <a:gdLst/>
              <a:ahLst/>
              <a:cxnLst/>
              <a:rect r="r" b="b" t="t" l="l"/>
              <a:pathLst>
                <a:path h="1052844" w="4608948">
                  <a:moveTo>
                    <a:pt x="0" y="0"/>
                  </a:moveTo>
                  <a:lnTo>
                    <a:pt x="4608948" y="0"/>
                  </a:lnTo>
                  <a:lnTo>
                    <a:pt x="4608948" y="1052844"/>
                  </a:lnTo>
                  <a:lnTo>
                    <a:pt x="0" y="1052844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4608948" cy="110046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111"/>
                </a:lnSpc>
              </a:pPr>
              <a:r>
                <a:rPr lang="en-US" sz="2250" spc="-44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Blockchain Integration &amp; Smart Contracts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4856897" y="8336860"/>
            <a:ext cx="3456711" cy="394816"/>
            <a:chOff x="0" y="0"/>
            <a:chExt cx="4608948" cy="52642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608948" cy="526422"/>
            </a:xfrm>
            <a:custGeom>
              <a:avLst/>
              <a:gdLst/>
              <a:ahLst/>
              <a:cxnLst/>
              <a:rect r="r" b="b" t="t" l="l"/>
              <a:pathLst>
                <a:path h="526422" w="4608948">
                  <a:moveTo>
                    <a:pt x="0" y="0"/>
                  </a:moveTo>
                  <a:lnTo>
                    <a:pt x="4608948" y="0"/>
                  </a:lnTo>
                  <a:lnTo>
                    <a:pt x="4608948" y="526422"/>
                  </a:lnTo>
                  <a:lnTo>
                    <a:pt x="0" y="526422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4608948" cy="57404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111"/>
                </a:lnSpc>
              </a:pPr>
              <a:r>
                <a:rPr lang="en-US" sz="2250" spc="-44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DevOps &amp; Infrastructure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0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73429" y="479195"/>
            <a:ext cx="274427" cy="260019"/>
          </a:xfrm>
          <a:custGeom>
            <a:avLst/>
            <a:gdLst/>
            <a:ahLst/>
            <a:cxnLst/>
            <a:rect r="r" b="b" t="t" l="l"/>
            <a:pathLst>
              <a:path h="260019" w="274427">
                <a:moveTo>
                  <a:pt x="0" y="0"/>
                </a:moveTo>
                <a:lnTo>
                  <a:pt x="274427" y="0"/>
                </a:lnTo>
                <a:lnTo>
                  <a:pt x="274427" y="260019"/>
                </a:lnTo>
                <a:lnTo>
                  <a:pt x="0" y="260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708290" y="-3086100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6000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839141" y="8809441"/>
            <a:ext cx="448859" cy="448859"/>
            <a:chOff x="0" y="0"/>
            <a:chExt cx="118218" cy="11821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8218" cy="118218"/>
            </a:xfrm>
            <a:custGeom>
              <a:avLst/>
              <a:gdLst/>
              <a:ahLst/>
              <a:cxnLst/>
              <a:rect r="r" b="b" t="t" l="l"/>
              <a:pathLst>
                <a:path h="118218" w="118218">
                  <a:moveTo>
                    <a:pt x="0" y="0"/>
                  </a:moveTo>
                  <a:lnTo>
                    <a:pt x="118218" y="0"/>
                  </a:lnTo>
                  <a:lnTo>
                    <a:pt x="118218" y="118218"/>
                  </a:lnTo>
                  <a:lnTo>
                    <a:pt x="0" y="118218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18218" cy="1563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5940842" y="517674"/>
            <a:ext cx="9784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385046" y="517674"/>
            <a:ext cx="1060497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About Us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154289" y="517674"/>
            <a:ext cx="735456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Photo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898530" y="517674"/>
            <a:ext cx="8097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7839141" y="8360583"/>
            <a:ext cx="448859" cy="448859"/>
            <a:chOff x="0" y="0"/>
            <a:chExt cx="118218" cy="11821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8218" cy="118218"/>
            </a:xfrm>
            <a:custGeom>
              <a:avLst/>
              <a:gdLst/>
              <a:ahLst/>
              <a:cxnLst/>
              <a:rect r="r" b="b" t="t" l="l"/>
              <a:pathLst>
                <a:path h="118218" w="118218">
                  <a:moveTo>
                    <a:pt x="0" y="0"/>
                  </a:moveTo>
                  <a:lnTo>
                    <a:pt x="118218" y="0"/>
                  </a:lnTo>
                  <a:lnTo>
                    <a:pt x="118218" y="118218"/>
                  </a:lnTo>
                  <a:lnTo>
                    <a:pt x="0" y="118218"/>
                  </a:lnTo>
                  <a:close/>
                </a:path>
              </a:pathLst>
            </a:custGeom>
            <a:solidFill>
              <a:srgbClr val="FFFFFF">
                <a:alpha val="19608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18218" cy="1563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016246" y="1850565"/>
            <a:ext cx="3621479" cy="6585871"/>
            <a:chOff x="0" y="0"/>
            <a:chExt cx="4828638" cy="8781161"/>
          </a:xfrm>
        </p:grpSpPr>
        <p:pic>
          <p:nvPicPr>
            <p:cNvPr name="Picture 21" id="21"/>
            <p:cNvPicPr>
              <a:picLocks noChangeAspect="true"/>
            </p:cNvPicPr>
            <p:nvPr/>
          </p:nvPicPr>
          <p:blipFill>
            <a:blip r:embed="rId5"/>
            <a:srcRect l="8732" t="0" r="8732" b="0"/>
            <a:stretch>
              <a:fillRect/>
            </a:stretch>
          </p:blipFill>
          <p:spPr>
            <a:xfrm flipH="false" flipV="false">
              <a:off x="0" y="0"/>
              <a:ext cx="4828638" cy="8781161"/>
            </a:xfrm>
            <a:prstGeom prst="rect">
              <a:avLst/>
            </a:prstGeom>
          </p:spPr>
        </p:pic>
      </p:grpSp>
      <p:grpSp>
        <p:nvGrpSpPr>
          <p:cNvPr name="Group 22" id="22"/>
          <p:cNvGrpSpPr/>
          <p:nvPr/>
        </p:nvGrpSpPr>
        <p:grpSpPr>
          <a:xfrm rot="0">
            <a:off x="9182061" y="3473922"/>
            <a:ext cx="3621479" cy="4962513"/>
            <a:chOff x="0" y="0"/>
            <a:chExt cx="4828638" cy="6616684"/>
          </a:xfrm>
        </p:grpSpPr>
        <p:pic>
          <p:nvPicPr>
            <p:cNvPr name="Picture 23" id="23"/>
            <p:cNvPicPr>
              <a:picLocks noChangeAspect="true"/>
            </p:cNvPicPr>
            <p:nvPr/>
          </p:nvPicPr>
          <p:blipFill>
            <a:blip r:embed="rId6"/>
            <a:srcRect l="34691" t="0" r="16687" b="0"/>
            <a:stretch>
              <a:fillRect/>
            </a:stretch>
          </p:blipFill>
          <p:spPr>
            <a:xfrm flipH="false" flipV="false">
              <a:off x="0" y="0"/>
              <a:ext cx="4828638" cy="6616684"/>
            </a:xfrm>
            <a:prstGeom prst="rect">
              <a:avLst/>
            </a:prstGeom>
          </p:spPr>
        </p:pic>
      </p:grpSp>
      <p:grpSp>
        <p:nvGrpSpPr>
          <p:cNvPr name="Group 24" id="24"/>
          <p:cNvGrpSpPr/>
          <p:nvPr/>
        </p:nvGrpSpPr>
        <p:grpSpPr>
          <a:xfrm rot="0">
            <a:off x="9182061" y="8708525"/>
            <a:ext cx="7438511" cy="1578475"/>
            <a:chOff x="0" y="0"/>
            <a:chExt cx="1959114" cy="41573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959114" cy="415730"/>
            </a:xfrm>
            <a:custGeom>
              <a:avLst/>
              <a:gdLst/>
              <a:ahLst/>
              <a:cxnLst/>
              <a:rect r="r" b="b" t="t" l="l"/>
              <a:pathLst>
                <a:path h="415730" w="1959114">
                  <a:moveTo>
                    <a:pt x="0" y="0"/>
                  </a:moveTo>
                  <a:lnTo>
                    <a:pt x="1959114" y="0"/>
                  </a:lnTo>
                  <a:lnTo>
                    <a:pt x="1959114" y="415730"/>
                  </a:lnTo>
                  <a:lnTo>
                    <a:pt x="0" y="415730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959114" cy="4538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8103900" y="2395760"/>
            <a:ext cx="2156324" cy="2156324"/>
          </a:xfrm>
          <a:custGeom>
            <a:avLst/>
            <a:gdLst/>
            <a:ahLst/>
            <a:cxnLst/>
            <a:rect r="r" b="b" t="t" l="l"/>
            <a:pathLst>
              <a:path h="2156324" w="2156324">
                <a:moveTo>
                  <a:pt x="0" y="0"/>
                </a:moveTo>
                <a:lnTo>
                  <a:pt x="2156323" y="0"/>
                </a:lnTo>
                <a:lnTo>
                  <a:pt x="2156323" y="2156324"/>
                </a:lnTo>
                <a:lnTo>
                  <a:pt x="0" y="21563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5369063" y="4211368"/>
            <a:ext cx="2156324" cy="2156324"/>
          </a:xfrm>
          <a:custGeom>
            <a:avLst/>
            <a:gdLst/>
            <a:ahLst/>
            <a:cxnLst/>
            <a:rect r="r" b="b" t="t" l="l"/>
            <a:pathLst>
              <a:path h="2156324" w="2156324">
                <a:moveTo>
                  <a:pt x="0" y="0"/>
                </a:moveTo>
                <a:lnTo>
                  <a:pt x="2156324" y="0"/>
                </a:lnTo>
                <a:lnTo>
                  <a:pt x="2156324" y="2156324"/>
                </a:lnTo>
                <a:lnTo>
                  <a:pt x="0" y="21563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412171" y="4708843"/>
            <a:ext cx="5995986" cy="850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5"/>
              </a:lnSpc>
            </a:pPr>
            <a:r>
              <a:rPr lang="en-US" b="true" sz="5500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OUR MODULES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412171" y="4049616"/>
            <a:ext cx="1193492" cy="47625"/>
            <a:chOff x="0" y="0"/>
            <a:chExt cx="314335" cy="1254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14335" cy="12543"/>
            </a:xfrm>
            <a:custGeom>
              <a:avLst/>
              <a:gdLst/>
              <a:ahLst/>
              <a:cxnLst/>
              <a:rect r="r" b="b" t="t" l="l"/>
              <a:pathLst>
                <a:path h="12543" w="314335">
                  <a:moveTo>
                    <a:pt x="0" y="0"/>
                  </a:moveTo>
                  <a:lnTo>
                    <a:pt x="314335" y="0"/>
                  </a:lnTo>
                  <a:lnTo>
                    <a:pt x="314335" y="12543"/>
                  </a:lnTo>
                  <a:lnTo>
                    <a:pt x="0" y="12543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314335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096258" y="489099"/>
            <a:ext cx="1385913" cy="25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SURFERS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0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73429" y="479195"/>
            <a:ext cx="274427" cy="260019"/>
          </a:xfrm>
          <a:custGeom>
            <a:avLst/>
            <a:gdLst/>
            <a:ahLst/>
            <a:cxnLst/>
            <a:rect r="r" b="b" t="t" l="l"/>
            <a:pathLst>
              <a:path h="260019" w="274427">
                <a:moveTo>
                  <a:pt x="0" y="0"/>
                </a:moveTo>
                <a:lnTo>
                  <a:pt x="274427" y="0"/>
                </a:lnTo>
                <a:lnTo>
                  <a:pt x="274427" y="260019"/>
                </a:lnTo>
                <a:lnTo>
                  <a:pt x="0" y="260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708290" y="-3086100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6000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839141" y="8809441"/>
            <a:ext cx="448859" cy="448859"/>
            <a:chOff x="0" y="0"/>
            <a:chExt cx="118218" cy="11821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8218" cy="118218"/>
            </a:xfrm>
            <a:custGeom>
              <a:avLst/>
              <a:gdLst/>
              <a:ahLst/>
              <a:cxnLst/>
              <a:rect r="r" b="b" t="t" l="l"/>
              <a:pathLst>
                <a:path h="118218" w="118218">
                  <a:moveTo>
                    <a:pt x="0" y="0"/>
                  </a:moveTo>
                  <a:lnTo>
                    <a:pt x="118218" y="0"/>
                  </a:lnTo>
                  <a:lnTo>
                    <a:pt x="118218" y="118218"/>
                  </a:lnTo>
                  <a:lnTo>
                    <a:pt x="0" y="118218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18218" cy="1563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7839141" y="8360583"/>
            <a:ext cx="448859" cy="448859"/>
            <a:chOff x="0" y="0"/>
            <a:chExt cx="118218" cy="11821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8218" cy="118218"/>
            </a:xfrm>
            <a:custGeom>
              <a:avLst/>
              <a:gdLst/>
              <a:ahLst/>
              <a:cxnLst/>
              <a:rect r="r" b="b" t="t" l="l"/>
              <a:pathLst>
                <a:path h="118218" w="118218">
                  <a:moveTo>
                    <a:pt x="0" y="0"/>
                  </a:moveTo>
                  <a:lnTo>
                    <a:pt x="118218" y="0"/>
                  </a:lnTo>
                  <a:lnTo>
                    <a:pt x="118218" y="118218"/>
                  </a:lnTo>
                  <a:lnTo>
                    <a:pt x="0" y="118218"/>
                  </a:lnTo>
                  <a:close/>
                </a:path>
              </a:pathLst>
            </a:custGeom>
            <a:solidFill>
              <a:srgbClr val="FFFFFF">
                <a:alpha val="19608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18218" cy="1563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0" y="5143500"/>
            <a:ext cx="1329943" cy="5143500"/>
            <a:chOff x="0" y="0"/>
            <a:chExt cx="350273" cy="135466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50273" cy="1354667"/>
            </a:xfrm>
            <a:custGeom>
              <a:avLst/>
              <a:gdLst/>
              <a:ahLst/>
              <a:cxnLst/>
              <a:rect r="r" b="b" t="t" l="l"/>
              <a:pathLst>
                <a:path h="1354667" w="350273">
                  <a:moveTo>
                    <a:pt x="0" y="0"/>
                  </a:moveTo>
                  <a:lnTo>
                    <a:pt x="350273" y="0"/>
                  </a:lnTo>
                  <a:lnTo>
                    <a:pt x="350273" y="1354667"/>
                  </a:lnTo>
                  <a:lnTo>
                    <a:pt x="0" y="1354667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350273" cy="13927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6131676" y="4065338"/>
            <a:ext cx="2156324" cy="2156324"/>
          </a:xfrm>
          <a:custGeom>
            <a:avLst/>
            <a:gdLst/>
            <a:ahLst/>
            <a:cxnLst/>
            <a:rect r="r" b="b" t="t" l="l"/>
            <a:pathLst>
              <a:path h="2156324" w="2156324">
                <a:moveTo>
                  <a:pt x="0" y="0"/>
                </a:moveTo>
                <a:lnTo>
                  <a:pt x="2156324" y="0"/>
                </a:lnTo>
                <a:lnTo>
                  <a:pt x="2156324" y="2156324"/>
                </a:lnTo>
                <a:lnTo>
                  <a:pt x="0" y="21563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3749734" y="1981708"/>
            <a:ext cx="1193492" cy="47625"/>
            <a:chOff x="0" y="0"/>
            <a:chExt cx="314335" cy="1254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14335" cy="12543"/>
            </a:xfrm>
            <a:custGeom>
              <a:avLst/>
              <a:gdLst/>
              <a:ahLst/>
              <a:cxnLst/>
              <a:rect r="r" b="b" t="t" l="l"/>
              <a:pathLst>
                <a:path h="12543" w="314335">
                  <a:moveTo>
                    <a:pt x="0" y="0"/>
                  </a:moveTo>
                  <a:lnTo>
                    <a:pt x="314335" y="0"/>
                  </a:lnTo>
                  <a:lnTo>
                    <a:pt x="314335" y="12543"/>
                  </a:lnTo>
                  <a:lnTo>
                    <a:pt x="0" y="12543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314335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0149295" y="2264845"/>
            <a:ext cx="7541187" cy="6465713"/>
          </a:xfrm>
          <a:custGeom>
            <a:avLst/>
            <a:gdLst/>
            <a:ahLst/>
            <a:cxnLst/>
            <a:rect r="r" b="b" t="t" l="l"/>
            <a:pathLst>
              <a:path h="6465713" w="7541187">
                <a:moveTo>
                  <a:pt x="0" y="0"/>
                </a:moveTo>
                <a:lnTo>
                  <a:pt x="7541187" y="0"/>
                </a:lnTo>
                <a:lnTo>
                  <a:pt x="7541187" y="6465713"/>
                </a:lnTo>
                <a:lnTo>
                  <a:pt x="0" y="64657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231" t="0" r="-6433" b="-1346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5940842" y="517674"/>
            <a:ext cx="9784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385046" y="517674"/>
            <a:ext cx="1060497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About Us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154289" y="517674"/>
            <a:ext cx="735456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Photo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898530" y="517674"/>
            <a:ext cx="8097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00650" y="2245795"/>
            <a:ext cx="9082504" cy="850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87454" indent="-593727" lvl="1">
              <a:lnSpc>
                <a:spcPts val="6655"/>
              </a:lnSpc>
              <a:buAutoNum type="arabicPeriod" startAt="1"/>
            </a:pPr>
            <a:r>
              <a:rPr lang="en-US" b="true" sz="5500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INFRASTRUCTURE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084489" y="3747080"/>
            <a:ext cx="9078105" cy="6045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3"/>
              </a:lnSpc>
            </a:pPr>
            <a:r>
              <a:rPr lang="en-US" sz="331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All services Dockerized</a:t>
            </a:r>
          </a:p>
          <a:p>
            <a:pPr algn="l">
              <a:lnSpc>
                <a:spcPts val="8123"/>
              </a:lnSpc>
            </a:pPr>
            <a:r>
              <a:rPr lang="en-US" sz="331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Docker Compose for orchestration</a:t>
            </a:r>
          </a:p>
          <a:p>
            <a:pPr algn="l">
              <a:lnSpc>
                <a:spcPts val="8123"/>
              </a:lnSpc>
            </a:pPr>
            <a:r>
              <a:rPr lang="en-US" sz="331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Nginx as reverse proxy</a:t>
            </a:r>
          </a:p>
          <a:p>
            <a:pPr algn="l">
              <a:lnSpc>
                <a:spcPts val="8123"/>
              </a:lnSpc>
            </a:pPr>
            <a:r>
              <a:rPr lang="en-US" sz="331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ELK Stack for logging &amp; monitoring</a:t>
            </a:r>
          </a:p>
          <a:p>
            <a:pPr algn="l">
              <a:lnSpc>
                <a:spcPts val="8123"/>
              </a:lnSpc>
            </a:pPr>
            <a:r>
              <a:rPr lang="en-US" sz="331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Makefile for easy management</a:t>
            </a:r>
          </a:p>
          <a:p>
            <a:pPr algn="l">
              <a:lnSpc>
                <a:spcPts val="8123"/>
              </a:lnSpc>
            </a:pPr>
          </a:p>
        </p:txBody>
      </p:sp>
      <p:grpSp>
        <p:nvGrpSpPr>
          <p:cNvPr name="Group 30" id="30"/>
          <p:cNvGrpSpPr/>
          <p:nvPr/>
        </p:nvGrpSpPr>
        <p:grpSpPr>
          <a:xfrm rot="0">
            <a:off x="1620107" y="4341702"/>
            <a:ext cx="169107" cy="169107"/>
            <a:chOff x="0" y="0"/>
            <a:chExt cx="170296" cy="17029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70296" cy="170296"/>
            </a:xfrm>
            <a:custGeom>
              <a:avLst/>
              <a:gdLst/>
              <a:ahLst/>
              <a:cxnLst/>
              <a:rect r="r" b="b" t="t" l="l"/>
              <a:pathLst>
                <a:path h="170296" w="170296">
                  <a:moveTo>
                    <a:pt x="0" y="0"/>
                  </a:moveTo>
                  <a:lnTo>
                    <a:pt x="170296" y="0"/>
                  </a:lnTo>
                  <a:lnTo>
                    <a:pt x="170296" y="170296"/>
                  </a:lnTo>
                  <a:lnTo>
                    <a:pt x="0" y="170296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70296" cy="208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651238" y="5394123"/>
            <a:ext cx="169107" cy="169107"/>
            <a:chOff x="0" y="0"/>
            <a:chExt cx="170296" cy="17029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70296" cy="170296"/>
            </a:xfrm>
            <a:custGeom>
              <a:avLst/>
              <a:gdLst/>
              <a:ahLst/>
              <a:cxnLst/>
              <a:rect r="r" b="b" t="t" l="l"/>
              <a:pathLst>
                <a:path h="170296" w="170296">
                  <a:moveTo>
                    <a:pt x="0" y="0"/>
                  </a:moveTo>
                  <a:lnTo>
                    <a:pt x="170296" y="0"/>
                  </a:lnTo>
                  <a:lnTo>
                    <a:pt x="170296" y="170296"/>
                  </a:lnTo>
                  <a:lnTo>
                    <a:pt x="0" y="170296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70296" cy="208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651238" y="6449055"/>
            <a:ext cx="169107" cy="169107"/>
            <a:chOff x="0" y="0"/>
            <a:chExt cx="170296" cy="17029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70296" cy="170296"/>
            </a:xfrm>
            <a:custGeom>
              <a:avLst/>
              <a:gdLst/>
              <a:ahLst/>
              <a:cxnLst/>
              <a:rect r="r" b="b" t="t" l="l"/>
              <a:pathLst>
                <a:path h="170296" w="170296">
                  <a:moveTo>
                    <a:pt x="0" y="0"/>
                  </a:moveTo>
                  <a:lnTo>
                    <a:pt x="170296" y="0"/>
                  </a:lnTo>
                  <a:lnTo>
                    <a:pt x="170296" y="170296"/>
                  </a:lnTo>
                  <a:lnTo>
                    <a:pt x="0" y="170296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70296" cy="208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651238" y="7503987"/>
            <a:ext cx="169107" cy="169107"/>
            <a:chOff x="0" y="0"/>
            <a:chExt cx="170296" cy="17029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70296" cy="170296"/>
            </a:xfrm>
            <a:custGeom>
              <a:avLst/>
              <a:gdLst/>
              <a:ahLst/>
              <a:cxnLst/>
              <a:rect r="r" b="b" t="t" l="l"/>
              <a:pathLst>
                <a:path h="170296" w="170296">
                  <a:moveTo>
                    <a:pt x="0" y="0"/>
                  </a:moveTo>
                  <a:lnTo>
                    <a:pt x="170296" y="0"/>
                  </a:lnTo>
                  <a:lnTo>
                    <a:pt x="170296" y="170296"/>
                  </a:lnTo>
                  <a:lnTo>
                    <a:pt x="0" y="170296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170296" cy="208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660763" y="8433784"/>
            <a:ext cx="169107" cy="169107"/>
            <a:chOff x="0" y="0"/>
            <a:chExt cx="170296" cy="17029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70296" cy="170296"/>
            </a:xfrm>
            <a:custGeom>
              <a:avLst/>
              <a:gdLst/>
              <a:ahLst/>
              <a:cxnLst/>
              <a:rect r="r" b="b" t="t" l="l"/>
              <a:pathLst>
                <a:path h="170296" w="170296">
                  <a:moveTo>
                    <a:pt x="0" y="0"/>
                  </a:moveTo>
                  <a:lnTo>
                    <a:pt x="170296" y="0"/>
                  </a:lnTo>
                  <a:lnTo>
                    <a:pt x="170296" y="170296"/>
                  </a:lnTo>
                  <a:lnTo>
                    <a:pt x="0" y="170296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170296" cy="208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1096258" y="489099"/>
            <a:ext cx="1385913" cy="25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SURFERS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0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73429" y="479195"/>
            <a:ext cx="274427" cy="260019"/>
          </a:xfrm>
          <a:custGeom>
            <a:avLst/>
            <a:gdLst/>
            <a:ahLst/>
            <a:cxnLst/>
            <a:rect r="r" b="b" t="t" l="l"/>
            <a:pathLst>
              <a:path h="260019" w="274427">
                <a:moveTo>
                  <a:pt x="0" y="0"/>
                </a:moveTo>
                <a:lnTo>
                  <a:pt x="274427" y="0"/>
                </a:lnTo>
                <a:lnTo>
                  <a:pt x="274427" y="260019"/>
                </a:lnTo>
                <a:lnTo>
                  <a:pt x="0" y="260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708290" y="-3086100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6000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839141" y="8809441"/>
            <a:ext cx="448859" cy="448859"/>
            <a:chOff x="0" y="0"/>
            <a:chExt cx="118218" cy="11821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8218" cy="118218"/>
            </a:xfrm>
            <a:custGeom>
              <a:avLst/>
              <a:gdLst/>
              <a:ahLst/>
              <a:cxnLst/>
              <a:rect r="r" b="b" t="t" l="l"/>
              <a:pathLst>
                <a:path h="118218" w="118218">
                  <a:moveTo>
                    <a:pt x="0" y="0"/>
                  </a:moveTo>
                  <a:lnTo>
                    <a:pt x="118218" y="0"/>
                  </a:lnTo>
                  <a:lnTo>
                    <a:pt x="118218" y="118218"/>
                  </a:lnTo>
                  <a:lnTo>
                    <a:pt x="0" y="118218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18218" cy="1563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7839141" y="8360583"/>
            <a:ext cx="448859" cy="448859"/>
            <a:chOff x="0" y="0"/>
            <a:chExt cx="118218" cy="11821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8218" cy="118218"/>
            </a:xfrm>
            <a:custGeom>
              <a:avLst/>
              <a:gdLst/>
              <a:ahLst/>
              <a:cxnLst/>
              <a:rect r="r" b="b" t="t" l="l"/>
              <a:pathLst>
                <a:path h="118218" w="118218">
                  <a:moveTo>
                    <a:pt x="0" y="0"/>
                  </a:moveTo>
                  <a:lnTo>
                    <a:pt x="118218" y="0"/>
                  </a:lnTo>
                  <a:lnTo>
                    <a:pt x="118218" y="118218"/>
                  </a:lnTo>
                  <a:lnTo>
                    <a:pt x="0" y="118218"/>
                  </a:lnTo>
                  <a:close/>
                </a:path>
              </a:pathLst>
            </a:custGeom>
            <a:solidFill>
              <a:srgbClr val="FFFFFF">
                <a:alpha val="19608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18218" cy="1563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0" y="5143500"/>
            <a:ext cx="1329943" cy="5143500"/>
            <a:chOff x="0" y="0"/>
            <a:chExt cx="350273" cy="135466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50273" cy="1354667"/>
            </a:xfrm>
            <a:custGeom>
              <a:avLst/>
              <a:gdLst/>
              <a:ahLst/>
              <a:cxnLst/>
              <a:rect r="r" b="b" t="t" l="l"/>
              <a:pathLst>
                <a:path h="1354667" w="350273">
                  <a:moveTo>
                    <a:pt x="0" y="0"/>
                  </a:moveTo>
                  <a:lnTo>
                    <a:pt x="350273" y="0"/>
                  </a:lnTo>
                  <a:lnTo>
                    <a:pt x="350273" y="1354667"/>
                  </a:lnTo>
                  <a:lnTo>
                    <a:pt x="0" y="1354667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350273" cy="13927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6131676" y="4065338"/>
            <a:ext cx="2156324" cy="2156324"/>
          </a:xfrm>
          <a:custGeom>
            <a:avLst/>
            <a:gdLst/>
            <a:ahLst/>
            <a:cxnLst/>
            <a:rect r="r" b="b" t="t" l="l"/>
            <a:pathLst>
              <a:path h="2156324" w="2156324">
                <a:moveTo>
                  <a:pt x="0" y="0"/>
                </a:moveTo>
                <a:lnTo>
                  <a:pt x="2156324" y="0"/>
                </a:lnTo>
                <a:lnTo>
                  <a:pt x="2156324" y="2156324"/>
                </a:lnTo>
                <a:lnTo>
                  <a:pt x="0" y="21563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2482171" y="2026565"/>
            <a:ext cx="1193492" cy="47625"/>
            <a:chOff x="0" y="0"/>
            <a:chExt cx="314335" cy="1254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14335" cy="12543"/>
            </a:xfrm>
            <a:custGeom>
              <a:avLst/>
              <a:gdLst/>
              <a:ahLst/>
              <a:cxnLst/>
              <a:rect r="r" b="b" t="t" l="l"/>
              <a:pathLst>
                <a:path h="12543" w="314335">
                  <a:moveTo>
                    <a:pt x="0" y="0"/>
                  </a:moveTo>
                  <a:lnTo>
                    <a:pt x="314335" y="0"/>
                  </a:lnTo>
                  <a:lnTo>
                    <a:pt x="314335" y="12543"/>
                  </a:lnTo>
                  <a:lnTo>
                    <a:pt x="0" y="12543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314335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620107" y="4341702"/>
            <a:ext cx="169107" cy="169107"/>
            <a:chOff x="0" y="0"/>
            <a:chExt cx="170296" cy="17029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70296" cy="170296"/>
            </a:xfrm>
            <a:custGeom>
              <a:avLst/>
              <a:gdLst/>
              <a:ahLst/>
              <a:cxnLst/>
              <a:rect r="r" b="b" t="t" l="l"/>
              <a:pathLst>
                <a:path h="170296" w="170296">
                  <a:moveTo>
                    <a:pt x="0" y="0"/>
                  </a:moveTo>
                  <a:lnTo>
                    <a:pt x="170296" y="0"/>
                  </a:lnTo>
                  <a:lnTo>
                    <a:pt x="170296" y="170296"/>
                  </a:lnTo>
                  <a:lnTo>
                    <a:pt x="0" y="170296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70296" cy="208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651238" y="5394123"/>
            <a:ext cx="169107" cy="169107"/>
            <a:chOff x="0" y="0"/>
            <a:chExt cx="170296" cy="17029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70296" cy="170296"/>
            </a:xfrm>
            <a:custGeom>
              <a:avLst/>
              <a:gdLst/>
              <a:ahLst/>
              <a:cxnLst/>
              <a:rect r="r" b="b" t="t" l="l"/>
              <a:pathLst>
                <a:path h="170296" w="170296">
                  <a:moveTo>
                    <a:pt x="0" y="0"/>
                  </a:moveTo>
                  <a:lnTo>
                    <a:pt x="170296" y="0"/>
                  </a:lnTo>
                  <a:lnTo>
                    <a:pt x="170296" y="170296"/>
                  </a:lnTo>
                  <a:lnTo>
                    <a:pt x="0" y="170296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70296" cy="208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651238" y="6449055"/>
            <a:ext cx="169107" cy="169107"/>
            <a:chOff x="0" y="0"/>
            <a:chExt cx="170296" cy="17029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70296" cy="170296"/>
            </a:xfrm>
            <a:custGeom>
              <a:avLst/>
              <a:gdLst/>
              <a:ahLst/>
              <a:cxnLst/>
              <a:rect r="r" b="b" t="t" l="l"/>
              <a:pathLst>
                <a:path h="170296" w="170296">
                  <a:moveTo>
                    <a:pt x="0" y="0"/>
                  </a:moveTo>
                  <a:lnTo>
                    <a:pt x="170296" y="0"/>
                  </a:lnTo>
                  <a:lnTo>
                    <a:pt x="170296" y="170296"/>
                  </a:lnTo>
                  <a:lnTo>
                    <a:pt x="0" y="170296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70296" cy="208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651238" y="7503987"/>
            <a:ext cx="169107" cy="169107"/>
            <a:chOff x="0" y="0"/>
            <a:chExt cx="170296" cy="17029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70296" cy="170296"/>
            </a:xfrm>
            <a:custGeom>
              <a:avLst/>
              <a:gdLst/>
              <a:ahLst/>
              <a:cxnLst/>
              <a:rect r="r" b="b" t="t" l="l"/>
              <a:pathLst>
                <a:path h="170296" w="170296">
                  <a:moveTo>
                    <a:pt x="0" y="0"/>
                  </a:moveTo>
                  <a:lnTo>
                    <a:pt x="170296" y="0"/>
                  </a:lnTo>
                  <a:lnTo>
                    <a:pt x="170296" y="170296"/>
                  </a:lnTo>
                  <a:lnTo>
                    <a:pt x="0" y="170296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70296" cy="208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14121788" y="1410604"/>
            <a:ext cx="3787780" cy="3584969"/>
          </a:xfrm>
          <a:custGeom>
            <a:avLst/>
            <a:gdLst/>
            <a:ahLst/>
            <a:cxnLst/>
            <a:rect r="r" b="b" t="t" l="l"/>
            <a:pathLst>
              <a:path h="3584969" w="3787780">
                <a:moveTo>
                  <a:pt x="0" y="0"/>
                </a:moveTo>
                <a:lnTo>
                  <a:pt x="3787779" y="0"/>
                </a:lnTo>
                <a:lnTo>
                  <a:pt x="3787779" y="3584970"/>
                </a:lnTo>
                <a:lnTo>
                  <a:pt x="0" y="35849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4121788" y="5356023"/>
            <a:ext cx="3941783" cy="3616046"/>
          </a:xfrm>
          <a:custGeom>
            <a:avLst/>
            <a:gdLst/>
            <a:ahLst/>
            <a:cxnLst/>
            <a:rect r="r" b="b" t="t" l="l"/>
            <a:pathLst>
              <a:path h="3616046" w="3941783">
                <a:moveTo>
                  <a:pt x="0" y="0"/>
                </a:moveTo>
                <a:lnTo>
                  <a:pt x="3941783" y="0"/>
                </a:lnTo>
                <a:lnTo>
                  <a:pt x="3941783" y="3616046"/>
                </a:lnTo>
                <a:lnTo>
                  <a:pt x="0" y="36160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9698290" y="2184263"/>
            <a:ext cx="4296231" cy="6239381"/>
          </a:xfrm>
          <a:custGeom>
            <a:avLst/>
            <a:gdLst/>
            <a:ahLst/>
            <a:cxnLst/>
            <a:rect r="r" b="b" t="t" l="l"/>
            <a:pathLst>
              <a:path h="6239381" w="4296231">
                <a:moveTo>
                  <a:pt x="0" y="0"/>
                </a:moveTo>
                <a:lnTo>
                  <a:pt x="4296231" y="0"/>
                </a:lnTo>
                <a:lnTo>
                  <a:pt x="4296231" y="6239382"/>
                </a:lnTo>
                <a:lnTo>
                  <a:pt x="0" y="623938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532" t="0" r="-4532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5940842" y="517674"/>
            <a:ext cx="9784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4385046" y="517674"/>
            <a:ext cx="1060497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About Us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154289" y="517674"/>
            <a:ext cx="735456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Photo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898530" y="517674"/>
            <a:ext cx="8097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64971" y="2165213"/>
            <a:ext cx="7363018" cy="850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5"/>
              </a:lnSpc>
            </a:pPr>
            <a:r>
              <a:rPr lang="en-US" b="true" sz="5500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2. BACKEND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944170" y="3863203"/>
            <a:ext cx="8873109" cy="3915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24"/>
              </a:lnSpc>
            </a:pPr>
            <a:r>
              <a:rPr lang="en-US" sz="331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Django/DRF for RESTful APIs</a:t>
            </a:r>
          </a:p>
          <a:p>
            <a:pPr algn="l">
              <a:lnSpc>
                <a:spcPts val="8024"/>
              </a:lnSpc>
            </a:pPr>
            <a:r>
              <a:rPr lang="en-US" sz="331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Native &amp; 42 OAuth 2.0 login</a:t>
            </a:r>
          </a:p>
          <a:p>
            <a:pPr algn="l">
              <a:lnSpc>
                <a:spcPts val="8024"/>
              </a:lnSpc>
            </a:pPr>
            <a:r>
              <a:rPr lang="en-US" sz="331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JWT cookies &amp; optional 2FA (TOTP)</a:t>
            </a:r>
          </a:p>
          <a:p>
            <a:pPr algn="l">
              <a:lnSpc>
                <a:spcPts val="8024"/>
              </a:lnSpc>
            </a:pPr>
            <a:r>
              <a:rPr lang="en-US" sz="331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Django ORM (Object Relational Mapper)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96258" y="489099"/>
            <a:ext cx="1385913" cy="25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SURFERS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0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73429" y="479195"/>
            <a:ext cx="274427" cy="260019"/>
          </a:xfrm>
          <a:custGeom>
            <a:avLst/>
            <a:gdLst/>
            <a:ahLst/>
            <a:cxnLst/>
            <a:rect r="r" b="b" t="t" l="l"/>
            <a:pathLst>
              <a:path h="260019" w="274427">
                <a:moveTo>
                  <a:pt x="0" y="0"/>
                </a:moveTo>
                <a:lnTo>
                  <a:pt x="274427" y="0"/>
                </a:lnTo>
                <a:lnTo>
                  <a:pt x="274427" y="260019"/>
                </a:lnTo>
                <a:lnTo>
                  <a:pt x="0" y="260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708290" y="-3086100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6000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839141" y="8809441"/>
            <a:ext cx="448859" cy="448859"/>
            <a:chOff x="0" y="0"/>
            <a:chExt cx="118218" cy="11821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8218" cy="118218"/>
            </a:xfrm>
            <a:custGeom>
              <a:avLst/>
              <a:gdLst/>
              <a:ahLst/>
              <a:cxnLst/>
              <a:rect r="r" b="b" t="t" l="l"/>
              <a:pathLst>
                <a:path h="118218" w="118218">
                  <a:moveTo>
                    <a:pt x="0" y="0"/>
                  </a:moveTo>
                  <a:lnTo>
                    <a:pt x="118218" y="0"/>
                  </a:lnTo>
                  <a:lnTo>
                    <a:pt x="118218" y="118218"/>
                  </a:lnTo>
                  <a:lnTo>
                    <a:pt x="0" y="118218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18218" cy="1563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7839141" y="8360583"/>
            <a:ext cx="448859" cy="448859"/>
            <a:chOff x="0" y="0"/>
            <a:chExt cx="118218" cy="11821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8218" cy="118218"/>
            </a:xfrm>
            <a:custGeom>
              <a:avLst/>
              <a:gdLst/>
              <a:ahLst/>
              <a:cxnLst/>
              <a:rect r="r" b="b" t="t" l="l"/>
              <a:pathLst>
                <a:path h="118218" w="118218">
                  <a:moveTo>
                    <a:pt x="0" y="0"/>
                  </a:moveTo>
                  <a:lnTo>
                    <a:pt x="118218" y="0"/>
                  </a:lnTo>
                  <a:lnTo>
                    <a:pt x="118218" y="118218"/>
                  </a:lnTo>
                  <a:lnTo>
                    <a:pt x="0" y="118218"/>
                  </a:lnTo>
                  <a:close/>
                </a:path>
              </a:pathLst>
            </a:custGeom>
            <a:solidFill>
              <a:srgbClr val="FFFFFF">
                <a:alpha val="19608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18218" cy="1563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0" y="5143500"/>
            <a:ext cx="1329943" cy="5143500"/>
            <a:chOff x="0" y="0"/>
            <a:chExt cx="350273" cy="135466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50273" cy="1354667"/>
            </a:xfrm>
            <a:custGeom>
              <a:avLst/>
              <a:gdLst/>
              <a:ahLst/>
              <a:cxnLst/>
              <a:rect r="r" b="b" t="t" l="l"/>
              <a:pathLst>
                <a:path h="1354667" w="350273">
                  <a:moveTo>
                    <a:pt x="0" y="0"/>
                  </a:moveTo>
                  <a:lnTo>
                    <a:pt x="350273" y="0"/>
                  </a:lnTo>
                  <a:lnTo>
                    <a:pt x="350273" y="1354667"/>
                  </a:lnTo>
                  <a:lnTo>
                    <a:pt x="0" y="1354667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350273" cy="13927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6131676" y="4065338"/>
            <a:ext cx="2156324" cy="2156324"/>
          </a:xfrm>
          <a:custGeom>
            <a:avLst/>
            <a:gdLst/>
            <a:ahLst/>
            <a:cxnLst/>
            <a:rect r="r" b="b" t="t" l="l"/>
            <a:pathLst>
              <a:path h="2156324" w="2156324">
                <a:moveTo>
                  <a:pt x="0" y="0"/>
                </a:moveTo>
                <a:lnTo>
                  <a:pt x="2156324" y="0"/>
                </a:lnTo>
                <a:lnTo>
                  <a:pt x="2156324" y="2156324"/>
                </a:lnTo>
                <a:lnTo>
                  <a:pt x="0" y="21563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3749734" y="1981708"/>
            <a:ext cx="1193492" cy="47625"/>
            <a:chOff x="0" y="0"/>
            <a:chExt cx="314335" cy="1254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14335" cy="12543"/>
            </a:xfrm>
            <a:custGeom>
              <a:avLst/>
              <a:gdLst/>
              <a:ahLst/>
              <a:cxnLst/>
              <a:rect r="r" b="b" t="t" l="l"/>
              <a:pathLst>
                <a:path h="12543" w="314335">
                  <a:moveTo>
                    <a:pt x="0" y="0"/>
                  </a:moveTo>
                  <a:lnTo>
                    <a:pt x="314335" y="0"/>
                  </a:lnTo>
                  <a:lnTo>
                    <a:pt x="314335" y="12543"/>
                  </a:lnTo>
                  <a:lnTo>
                    <a:pt x="0" y="12543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314335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0296026" y="1213398"/>
            <a:ext cx="7659287" cy="6982691"/>
          </a:xfrm>
          <a:custGeom>
            <a:avLst/>
            <a:gdLst/>
            <a:ahLst/>
            <a:cxnLst/>
            <a:rect r="r" b="b" t="t" l="l"/>
            <a:pathLst>
              <a:path h="6982691" w="7659287">
                <a:moveTo>
                  <a:pt x="0" y="0"/>
                </a:moveTo>
                <a:lnTo>
                  <a:pt x="7659287" y="0"/>
                </a:lnTo>
                <a:lnTo>
                  <a:pt x="7659287" y="6982691"/>
                </a:lnTo>
                <a:lnTo>
                  <a:pt x="0" y="69826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44708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5940842" y="517674"/>
            <a:ext cx="9784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385046" y="517674"/>
            <a:ext cx="1060497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About Us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154289" y="517674"/>
            <a:ext cx="735456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Photo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898530" y="517674"/>
            <a:ext cx="8097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64971" y="2165213"/>
            <a:ext cx="6346278" cy="850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5"/>
              </a:lnSpc>
            </a:pPr>
            <a:r>
              <a:rPr lang="en-US" b="true" sz="5500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3. DATABASE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568068" y="3505739"/>
            <a:ext cx="8966083" cy="5450895"/>
            <a:chOff x="0" y="0"/>
            <a:chExt cx="11954777" cy="7267860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117298"/>
              <a:ext cx="225476" cy="225476"/>
              <a:chOff x="0" y="0"/>
              <a:chExt cx="170296" cy="170296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170296" cy="170296"/>
              </a:xfrm>
              <a:custGeom>
                <a:avLst/>
                <a:gdLst/>
                <a:ahLst/>
                <a:cxnLst/>
                <a:rect r="r" b="b" t="t" l="l"/>
                <a:pathLst>
                  <a:path h="170296" w="170296">
                    <a:moveTo>
                      <a:pt x="0" y="0"/>
                    </a:moveTo>
                    <a:lnTo>
                      <a:pt x="170296" y="0"/>
                    </a:lnTo>
                    <a:lnTo>
                      <a:pt x="170296" y="170296"/>
                    </a:lnTo>
                    <a:lnTo>
                      <a:pt x="0" y="170296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2BC4">
                      <a:alpha val="100000"/>
                    </a:srgbClr>
                  </a:gs>
                  <a:gs pos="100000">
                    <a:srgbClr val="5500FF">
                      <a:alpha val="100000"/>
                    </a:srgbClr>
                  </a:gs>
                </a:gsLst>
                <a:lin ang="2700000"/>
              </a:gra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38100"/>
                <a:ext cx="170296" cy="20839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41507" y="1520526"/>
              <a:ext cx="225476" cy="225476"/>
              <a:chOff x="0" y="0"/>
              <a:chExt cx="170296" cy="170296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70296" cy="170296"/>
              </a:xfrm>
              <a:custGeom>
                <a:avLst/>
                <a:gdLst/>
                <a:ahLst/>
                <a:cxnLst/>
                <a:rect r="r" b="b" t="t" l="l"/>
                <a:pathLst>
                  <a:path h="170296" w="170296">
                    <a:moveTo>
                      <a:pt x="0" y="0"/>
                    </a:moveTo>
                    <a:lnTo>
                      <a:pt x="170296" y="0"/>
                    </a:lnTo>
                    <a:lnTo>
                      <a:pt x="170296" y="170296"/>
                    </a:lnTo>
                    <a:lnTo>
                      <a:pt x="0" y="170296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2BC4">
                      <a:alpha val="100000"/>
                    </a:srgbClr>
                  </a:gs>
                  <a:gs pos="100000">
                    <a:srgbClr val="5500FF">
                      <a:alpha val="100000"/>
                    </a:srgbClr>
                  </a:gs>
                </a:gsLst>
                <a:lin ang="2700000"/>
              </a:gra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38100"/>
                <a:ext cx="170296" cy="20839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41507" y="2927102"/>
              <a:ext cx="225476" cy="225476"/>
              <a:chOff x="0" y="0"/>
              <a:chExt cx="170296" cy="170296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70296" cy="170296"/>
              </a:xfrm>
              <a:custGeom>
                <a:avLst/>
                <a:gdLst/>
                <a:ahLst/>
                <a:cxnLst/>
                <a:rect r="r" b="b" t="t" l="l"/>
                <a:pathLst>
                  <a:path h="170296" w="170296">
                    <a:moveTo>
                      <a:pt x="0" y="0"/>
                    </a:moveTo>
                    <a:lnTo>
                      <a:pt x="170296" y="0"/>
                    </a:lnTo>
                    <a:lnTo>
                      <a:pt x="170296" y="170296"/>
                    </a:lnTo>
                    <a:lnTo>
                      <a:pt x="0" y="170296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2BC4">
                      <a:alpha val="100000"/>
                    </a:srgbClr>
                  </a:gs>
                  <a:gs pos="100000">
                    <a:srgbClr val="5500FF">
                      <a:alpha val="100000"/>
                    </a:srgbClr>
                  </a:gs>
                </a:gsLst>
                <a:lin ang="2700000"/>
              </a:gra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38100"/>
                <a:ext cx="170296" cy="20839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41507" y="4333678"/>
              <a:ext cx="225476" cy="225476"/>
              <a:chOff x="0" y="0"/>
              <a:chExt cx="170296" cy="170296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170296" cy="170296"/>
              </a:xfrm>
              <a:custGeom>
                <a:avLst/>
                <a:gdLst/>
                <a:ahLst/>
                <a:cxnLst/>
                <a:rect r="r" b="b" t="t" l="l"/>
                <a:pathLst>
                  <a:path h="170296" w="170296">
                    <a:moveTo>
                      <a:pt x="0" y="0"/>
                    </a:moveTo>
                    <a:lnTo>
                      <a:pt x="170296" y="0"/>
                    </a:lnTo>
                    <a:lnTo>
                      <a:pt x="170296" y="170296"/>
                    </a:lnTo>
                    <a:lnTo>
                      <a:pt x="0" y="170296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2BC4">
                      <a:alpha val="100000"/>
                    </a:srgbClr>
                  </a:gs>
                  <a:gs pos="100000">
                    <a:srgbClr val="5500FF">
                      <a:alpha val="100000"/>
                    </a:srgbClr>
                  </a:gs>
                </a:gsLst>
                <a:lin ang="2700000"/>
              </a:gra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38100"/>
                <a:ext cx="170296" cy="20839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54207" y="5573407"/>
              <a:ext cx="225476" cy="225476"/>
              <a:chOff x="0" y="0"/>
              <a:chExt cx="170296" cy="170296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170296" cy="170296"/>
              </a:xfrm>
              <a:custGeom>
                <a:avLst/>
                <a:gdLst/>
                <a:ahLst/>
                <a:cxnLst/>
                <a:rect r="r" b="b" t="t" l="l"/>
                <a:pathLst>
                  <a:path h="170296" w="170296">
                    <a:moveTo>
                      <a:pt x="0" y="0"/>
                    </a:moveTo>
                    <a:lnTo>
                      <a:pt x="170296" y="0"/>
                    </a:lnTo>
                    <a:lnTo>
                      <a:pt x="170296" y="170296"/>
                    </a:lnTo>
                    <a:lnTo>
                      <a:pt x="0" y="170296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2BC4">
                      <a:alpha val="100000"/>
                    </a:srgbClr>
                  </a:gs>
                  <a:gs pos="100000">
                    <a:srgbClr val="5500FF">
                      <a:alpha val="100000"/>
                    </a:srgbClr>
                  </a:gs>
                </a:gsLst>
                <a:lin ang="2700000"/>
              </a:gra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38100"/>
                <a:ext cx="170296" cy="20839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45" id="45"/>
            <p:cNvSpPr txBox="true"/>
            <p:nvPr/>
          </p:nvSpPr>
          <p:spPr>
            <a:xfrm rot="0">
              <a:off x="660683" y="-371475"/>
              <a:ext cx="11294094" cy="7639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858"/>
                </a:lnSpc>
              </a:pPr>
              <a:r>
                <a:rPr lang="en-US" sz="3315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PostgreSQL as primary DB</a:t>
              </a:r>
            </a:p>
            <a:p>
              <a:pPr algn="l">
                <a:lnSpc>
                  <a:spcPts val="7858"/>
                </a:lnSpc>
              </a:pPr>
              <a:r>
                <a:rPr lang="en-US" sz="3315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Stores users and matches</a:t>
              </a:r>
            </a:p>
            <a:p>
              <a:pPr algn="l">
                <a:lnSpc>
                  <a:spcPts val="7858"/>
                </a:lnSpc>
              </a:pPr>
              <a:r>
                <a:rPr lang="en-US" sz="3315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Storing hashed password</a:t>
              </a:r>
            </a:p>
            <a:p>
              <a:pPr algn="l">
                <a:lnSpc>
                  <a:spcPts val="7858"/>
                </a:lnSpc>
              </a:pPr>
              <a:r>
                <a:rPr lang="en-US" sz="3315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PostgreSQL for data storing</a:t>
              </a:r>
            </a:p>
            <a:p>
              <a:pPr algn="l">
                <a:lnSpc>
                  <a:spcPts val="7858"/>
                </a:lnSpc>
              </a:pPr>
              <a:r>
                <a:rPr lang="en-US" sz="3315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Structured for game statistics</a:t>
              </a:r>
            </a:p>
            <a:p>
              <a:pPr algn="l">
                <a:lnSpc>
                  <a:spcPts val="7858"/>
                </a:lnSpc>
              </a:pPr>
            </a:p>
          </p:txBody>
        </p:sp>
      </p:grpSp>
      <p:sp>
        <p:nvSpPr>
          <p:cNvPr name="Freeform 46" id="46"/>
          <p:cNvSpPr/>
          <p:nvPr/>
        </p:nvSpPr>
        <p:spPr>
          <a:xfrm flipH="false" flipV="false" rot="0">
            <a:off x="2396435" y="8360583"/>
            <a:ext cx="12407711" cy="1907087"/>
          </a:xfrm>
          <a:custGeom>
            <a:avLst/>
            <a:gdLst/>
            <a:ahLst/>
            <a:cxnLst/>
            <a:rect r="r" b="b" t="t" l="l"/>
            <a:pathLst>
              <a:path h="1907087" w="12407711">
                <a:moveTo>
                  <a:pt x="0" y="0"/>
                </a:moveTo>
                <a:lnTo>
                  <a:pt x="12407711" y="0"/>
                </a:lnTo>
                <a:lnTo>
                  <a:pt x="12407711" y="1907087"/>
                </a:lnTo>
                <a:lnTo>
                  <a:pt x="0" y="19070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4895" r="0" b="-4895"/>
            </a:stretch>
          </a:blipFill>
        </p:spPr>
      </p:sp>
      <p:sp>
        <p:nvSpPr>
          <p:cNvPr name="TextBox 47" id="47"/>
          <p:cNvSpPr txBox="true"/>
          <p:nvPr/>
        </p:nvSpPr>
        <p:spPr>
          <a:xfrm rot="0">
            <a:off x="1096258" y="489099"/>
            <a:ext cx="1385913" cy="25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SURFERS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0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73429" y="479195"/>
            <a:ext cx="274427" cy="260019"/>
          </a:xfrm>
          <a:custGeom>
            <a:avLst/>
            <a:gdLst/>
            <a:ahLst/>
            <a:cxnLst/>
            <a:rect r="r" b="b" t="t" l="l"/>
            <a:pathLst>
              <a:path h="260019" w="274427">
                <a:moveTo>
                  <a:pt x="0" y="0"/>
                </a:moveTo>
                <a:lnTo>
                  <a:pt x="274427" y="0"/>
                </a:lnTo>
                <a:lnTo>
                  <a:pt x="274427" y="260019"/>
                </a:lnTo>
                <a:lnTo>
                  <a:pt x="0" y="260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708290" y="-3086100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6000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839141" y="8809441"/>
            <a:ext cx="448859" cy="448859"/>
            <a:chOff x="0" y="0"/>
            <a:chExt cx="118218" cy="11821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8218" cy="118218"/>
            </a:xfrm>
            <a:custGeom>
              <a:avLst/>
              <a:gdLst/>
              <a:ahLst/>
              <a:cxnLst/>
              <a:rect r="r" b="b" t="t" l="l"/>
              <a:pathLst>
                <a:path h="118218" w="118218">
                  <a:moveTo>
                    <a:pt x="0" y="0"/>
                  </a:moveTo>
                  <a:lnTo>
                    <a:pt x="118218" y="0"/>
                  </a:lnTo>
                  <a:lnTo>
                    <a:pt x="118218" y="118218"/>
                  </a:lnTo>
                  <a:lnTo>
                    <a:pt x="0" y="118218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18218" cy="1563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7839141" y="8360583"/>
            <a:ext cx="448859" cy="448859"/>
            <a:chOff x="0" y="0"/>
            <a:chExt cx="118218" cy="11821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8218" cy="118218"/>
            </a:xfrm>
            <a:custGeom>
              <a:avLst/>
              <a:gdLst/>
              <a:ahLst/>
              <a:cxnLst/>
              <a:rect r="r" b="b" t="t" l="l"/>
              <a:pathLst>
                <a:path h="118218" w="118218">
                  <a:moveTo>
                    <a:pt x="0" y="0"/>
                  </a:moveTo>
                  <a:lnTo>
                    <a:pt x="118218" y="0"/>
                  </a:lnTo>
                  <a:lnTo>
                    <a:pt x="118218" y="118218"/>
                  </a:lnTo>
                  <a:lnTo>
                    <a:pt x="0" y="118218"/>
                  </a:lnTo>
                  <a:close/>
                </a:path>
              </a:pathLst>
            </a:custGeom>
            <a:solidFill>
              <a:srgbClr val="FFFFFF">
                <a:alpha val="19608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18218" cy="1563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0" y="5143500"/>
            <a:ext cx="1329943" cy="5143500"/>
            <a:chOff x="0" y="0"/>
            <a:chExt cx="350273" cy="135466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50273" cy="1354667"/>
            </a:xfrm>
            <a:custGeom>
              <a:avLst/>
              <a:gdLst/>
              <a:ahLst/>
              <a:cxnLst/>
              <a:rect r="r" b="b" t="t" l="l"/>
              <a:pathLst>
                <a:path h="1354667" w="350273">
                  <a:moveTo>
                    <a:pt x="0" y="0"/>
                  </a:moveTo>
                  <a:lnTo>
                    <a:pt x="350273" y="0"/>
                  </a:lnTo>
                  <a:lnTo>
                    <a:pt x="350273" y="1354667"/>
                  </a:lnTo>
                  <a:lnTo>
                    <a:pt x="0" y="1354667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350273" cy="13927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6131676" y="4065338"/>
            <a:ext cx="2156324" cy="2156324"/>
          </a:xfrm>
          <a:custGeom>
            <a:avLst/>
            <a:gdLst/>
            <a:ahLst/>
            <a:cxnLst/>
            <a:rect r="r" b="b" t="t" l="l"/>
            <a:pathLst>
              <a:path h="2156324" w="2156324">
                <a:moveTo>
                  <a:pt x="0" y="0"/>
                </a:moveTo>
                <a:lnTo>
                  <a:pt x="2156324" y="0"/>
                </a:lnTo>
                <a:lnTo>
                  <a:pt x="2156324" y="2156324"/>
                </a:lnTo>
                <a:lnTo>
                  <a:pt x="0" y="21563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3749734" y="1981708"/>
            <a:ext cx="1193492" cy="47625"/>
            <a:chOff x="0" y="0"/>
            <a:chExt cx="314335" cy="1254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14335" cy="12543"/>
            </a:xfrm>
            <a:custGeom>
              <a:avLst/>
              <a:gdLst/>
              <a:ahLst/>
              <a:cxnLst/>
              <a:rect r="r" b="b" t="t" l="l"/>
              <a:pathLst>
                <a:path h="12543" w="314335">
                  <a:moveTo>
                    <a:pt x="0" y="0"/>
                  </a:moveTo>
                  <a:lnTo>
                    <a:pt x="314335" y="0"/>
                  </a:lnTo>
                  <a:lnTo>
                    <a:pt x="314335" y="12543"/>
                  </a:lnTo>
                  <a:lnTo>
                    <a:pt x="0" y="12543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314335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620107" y="4341702"/>
            <a:ext cx="169107" cy="169107"/>
            <a:chOff x="0" y="0"/>
            <a:chExt cx="170296" cy="17029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70296" cy="170296"/>
            </a:xfrm>
            <a:custGeom>
              <a:avLst/>
              <a:gdLst/>
              <a:ahLst/>
              <a:cxnLst/>
              <a:rect r="r" b="b" t="t" l="l"/>
              <a:pathLst>
                <a:path h="170296" w="170296">
                  <a:moveTo>
                    <a:pt x="0" y="0"/>
                  </a:moveTo>
                  <a:lnTo>
                    <a:pt x="170296" y="0"/>
                  </a:lnTo>
                  <a:lnTo>
                    <a:pt x="170296" y="170296"/>
                  </a:lnTo>
                  <a:lnTo>
                    <a:pt x="0" y="170296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70296" cy="208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620107" y="5346498"/>
            <a:ext cx="169107" cy="169107"/>
            <a:chOff x="0" y="0"/>
            <a:chExt cx="170296" cy="17029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70296" cy="170296"/>
            </a:xfrm>
            <a:custGeom>
              <a:avLst/>
              <a:gdLst/>
              <a:ahLst/>
              <a:cxnLst/>
              <a:rect r="r" b="b" t="t" l="l"/>
              <a:pathLst>
                <a:path h="170296" w="170296">
                  <a:moveTo>
                    <a:pt x="0" y="0"/>
                  </a:moveTo>
                  <a:lnTo>
                    <a:pt x="170296" y="0"/>
                  </a:lnTo>
                  <a:lnTo>
                    <a:pt x="170296" y="170296"/>
                  </a:lnTo>
                  <a:lnTo>
                    <a:pt x="0" y="170296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70296" cy="208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620107" y="6353805"/>
            <a:ext cx="169107" cy="169107"/>
            <a:chOff x="0" y="0"/>
            <a:chExt cx="170296" cy="17029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70296" cy="170296"/>
            </a:xfrm>
            <a:custGeom>
              <a:avLst/>
              <a:gdLst/>
              <a:ahLst/>
              <a:cxnLst/>
              <a:rect r="r" b="b" t="t" l="l"/>
              <a:pathLst>
                <a:path h="170296" w="170296">
                  <a:moveTo>
                    <a:pt x="0" y="0"/>
                  </a:moveTo>
                  <a:lnTo>
                    <a:pt x="170296" y="0"/>
                  </a:lnTo>
                  <a:lnTo>
                    <a:pt x="170296" y="170296"/>
                  </a:lnTo>
                  <a:lnTo>
                    <a:pt x="0" y="170296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70296" cy="208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620107" y="7361112"/>
            <a:ext cx="169107" cy="169107"/>
            <a:chOff x="0" y="0"/>
            <a:chExt cx="170296" cy="17029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70296" cy="170296"/>
            </a:xfrm>
            <a:custGeom>
              <a:avLst/>
              <a:gdLst/>
              <a:ahLst/>
              <a:cxnLst/>
              <a:rect r="r" b="b" t="t" l="l"/>
              <a:pathLst>
                <a:path h="170296" w="170296">
                  <a:moveTo>
                    <a:pt x="0" y="0"/>
                  </a:moveTo>
                  <a:lnTo>
                    <a:pt x="170296" y="0"/>
                  </a:lnTo>
                  <a:lnTo>
                    <a:pt x="170296" y="170296"/>
                  </a:lnTo>
                  <a:lnTo>
                    <a:pt x="0" y="170296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70296" cy="208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9663517" y="1358292"/>
            <a:ext cx="7900008" cy="7900008"/>
          </a:xfrm>
          <a:custGeom>
            <a:avLst/>
            <a:gdLst/>
            <a:ahLst/>
            <a:cxnLst/>
            <a:rect r="r" b="b" t="t" l="l"/>
            <a:pathLst>
              <a:path h="7900008" w="7900008">
                <a:moveTo>
                  <a:pt x="0" y="0"/>
                </a:moveTo>
                <a:lnTo>
                  <a:pt x="7900008" y="0"/>
                </a:lnTo>
                <a:lnTo>
                  <a:pt x="7900008" y="7900008"/>
                </a:lnTo>
                <a:lnTo>
                  <a:pt x="0" y="79000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5940842" y="517674"/>
            <a:ext cx="9784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385046" y="517674"/>
            <a:ext cx="1060497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About Us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154289" y="517674"/>
            <a:ext cx="735456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Photo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898530" y="517674"/>
            <a:ext cx="8097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64971" y="2165213"/>
            <a:ext cx="7363018" cy="850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5"/>
              </a:lnSpc>
            </a:pPr>
            <a:r>
              <a:rPr lang="en-US" b="true" sz="5500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4. BLOCKCHAIN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065439" y="2884787"/>
            <a:ext cx="8470571" cy="5764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92"/>
              </a:lnSpc>
            </a:pPr>
          </a:p>
          <a:p>
            <a:pPr algn="l">
              <a:lnSpc>
                <a:spcPts val="7792"/>
              </a:lnSpc>
            </a:pPr>
            <a:r>
              <a:rPr lang="en-US" sz="331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Ethereum blockchain</a:t>
            </a:r>
          </a:p>
          <a:p>
            <a:pPr algn="l">
              <a:lnSpc>
                <a:spcPts val="7792"/>
              </a:lnSpc>
            </a:pPr>
            <a:r>
              <a:rPr lang="en-US" sz="331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Solidity smart contracts for data</a:t>
            </a:r>
          </a:p>
          <a:p>
            <a:pPr algn="l">
              <a:lnSpc>
                <a:spcPts val="7792"/>
              </a:lnSpc>
            </a:pPr>
            <a:r>
              <a:rPr lang="en-US" sz="331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Web3.py for backend-blockchain link</a:t>
            </a:r>
          </a:p>
          <a:p>
            <a:pPr algn="l">
              <a:lnSpc>
                <a:spcPts val="7792"/>
              </a:lnSpc>
            </a:pPr>
            <a:r>
              <a:rPr lang="en-US" sz="331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Dockerized Geth node</a:t>
            </a:r>
          </a:p>
          <a:p>
            <a:pPr algn="l">
              <a:lnSpc>
                <a:spcPts val="7792"/>
              </a:lnSpc>
            </a:pPr>
          </a:p>
        </p:txBody>
      </p:sp>
      <p:sp>
        <p:nvSpPr>
          <p:cNvPr name="TextBox 42" id="42"/>
          <p:cNvSpPr txBox="true"/>
          <p:nvPr/>
        </p:nvSpPr>
        <p:spPr>
          <a:xfrm rot="0">
            <a:off x="1096258" y="489099"/>
            <a:ext cx="1385913" cy="25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SURFERS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0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73429" y="479195"/>
            <a:ext cx="274427" cy="260019"/>
          </a:xfrm>
          <a:custGeom>
            <a:avLst/>
            <a:gdLst/>
            <a:ahLst/>
            <a:cxnLst/>
            <a:rect r="r" b="b" t="t" l="l"/>
            <a:pathLst>
              <a:path h="260019" w="274427">
                <a:moveTo>
                  <a:pt x="0" y="0"/>
                </a:moveTo>
                <a:lnTo>
                  <a:pt x="274427" y="0"/>
                </a:lnTo>
                <a:lnTo>
                  <a:pt x="274427" y="260019"/>
                </a:lnTo>
                <a:lnTo>
                  <a:pt x="0" y="260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708290" y="-3086100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6000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839141" y="8809441"/>
            <a:ext cx="448859" cy="448859"/>
            <a:chOff x="0" y="0"/>
            <a:chExt cx="118218" cy="11821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8218" cy="118218"/>
            </a:xfrm>
            <a:custGeom>
              <a:avLst/>
              <a:gdLst/>
              <a:ahLst/>
              <a:cxnLst/>
              <a:rect r="r" b="b" t="t" l="l"/>
              <a:pathLst>
                <a:path h="118218" w="118218">
                  <a:moveTo>
                    <a:pt x="0" y="0"/>
                  </a:moveTo>
                  <a:lnTo>
                    <a:pt x="118218" y="0"/>
                  </a:lnTo>
                  <a:lnTo>
                    <a:pt x="118218" y="118218"/>
                  </a:lnTo>
                  <a:lnTo>
                    <a:pt x="0" y="118218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18218" cy="1563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7839141" y="8360583"/>
            <a:ext cx="448859" cy="448859"/>
            <a:chOff x="0" y="0"/>
            <a:chExt cx="118218" cy="11821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8218" cy="118218"/>
            </a:xfrm>
            <a:custGeom>
              <a:avLst/>
              <a:gdLst/>
              <a:ahLst/>
              <a:cxnLst/>
              <a:rect r="r" b="b" t="t" l="l"/>
              <a:pathLst>
                <a:path h="118218" w="118218">
                  <a:moveTo>
                    <a:pt x="0" y="0"/>
                  </a:moveTo>
                  <a:lnTo>
                    <a:pt x="118218" y="0"/>
                  </a:lnTo>
                  <a:lnTo>
                    <a:pt x="118218" y="118218"/>
                  </a:lnTo>
                  <a:lnTo>
                    <a:pt x="0" y="118218"/>
                  </a:lnTo>
                  <a:close/>
                </a:path>
              </a:pathLst>
            </a:custGeom>
            <a:solidFill>
              <a:srgbClr val="FFFFFF">
                <a:alpha val="19608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18218" cy="1563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0" y="5143500"/>
            <a:ext cx="1329943" cy="5143500"/>
            <a:chOff x="0" y="0"/>
            <a:chExt cx="350273" cy="135466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50273" cy="1354667"/>
            </a:xfrm>
            <a:custGeom>
              <a:avLst/>
              <a:gdLst/>
              <a:ahLst/>
              <a:cxnLst/>
              <a:rect r="r" b="b" t="t" l="l"/>
              <a:pathLst>
                <a:path h="1354667" w="350273">
                  <a:moveTo>
                    <a:pt x="0" y="0"/>
                  </a:moveTo>
                  <a:lnTo>
                    <a:pt x="350273" y="0"/>
                  </a:lnTo>
                  <a:lnTo>
                    <a:pt x="350273" y="1354667"/>
                  </a:lnTo>
                  <a:lnTo>
                    <a:pt x="0" y="1354667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350273" cy="13927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6131676" y="4065338"/>
            <a:ext cx="2156324" cy="2156324"/>
          </a:xfrm>
          <a:custGeom>
            <a:avLst/>
            <a:gdLst/>
            <a:ahLst/>
            <a:cxnLst/>
            <a:rect r="r" b="b" t="t" l="l"/>
            <a:pathLst>
              <a:path h="2156324" w="2156324">
                <a:moveTo>
                  <a:pt x="0" y="0"/>
                </a:moveTo>
                <a:lnTo>
                  <a:pt x="2156324" y="0"/>
                </a:lnTo>
                <a:lnTo>
                  <a:pt x="2156324" y="2156324"/>
                </a:lnTo>
                <a:lnTo>
                  <a:pt x="0" y="21563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3749734" y="1981708"/>
            <a:ext cx="1193492" cy="47625"/>
            <a:chOff x="0" y="0"/>
            <a:chExt cx="314335" cy="1254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14335" cy="12543"/>
            </a:xfrm>
            <a:custGeom>
              <a:avLst/>
              <a:gdLst/>
              <a:ahLst/>
              <a:cxnLst/>
              <a:rect r="r" b="b" t="t" l="l"/>
              <a:pathLst>
                <a:path h="12543" w="314335">
                  <a:moveTo>
                    <a:pt x="0" y="0"/>
                  </a:moveTo>
                  <a:lnTo>
                    <a:pt x="314335" y="0"/>
                  </a:lnTo>
                  <a:lnTo>
                    <a:pt x="314335" y="12543"/>
                  </a:lnTo>
                  <a:lnTo>
                    <a:pt x="0" y="12543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314335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620107" y="4341702"/>
            <a:ext cx="169107" cy="169107"/>
            <a:chOff x="0" y="0"/>
            <a:chExt cx="170296" cy="17029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70296" cy="170296"/>
            </a:xfrm>
            <a:custGeom>
              <a:avLst/>
              <a:gdLst/>
              <a:ahLst/>
              <a:cxnLst/>
              <a:rect r="r" b="b" t="t" l="l"/>
              <a:pathLst>
                <a:path h="170296" w="170296">
                  <a:moveTo>
                    <a:pt x="0" y="0"/>
                  </a:moveTo>
                  <a:lnTo>
                    <a:pt x="170296" y="0"/>
                  </a:lnTo>
                  <a:lnTo>
                    <a:pt x="170296" y="170296"/>
                  </a:lnTo>
                  <a:lnTo>
                    <a:pt x="0" y="170296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70296" cy="208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620107" y="5346498"/>
            <a:ext cx="169107" cy="169107"/>
            <a:chOff x="0" y="0"/>
            <a:chExt cx="170296" cy="17029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70296" cy="170296"/>
            </a:xfrm>
            <a:custGeom>
              <a:avLst/>
              <a:gdLst/>
              <a:ahLst/>
              <a:cxnLst/>
              <a:rect r="r" b="b" t="t" l="l"/>
              <a:pathLst>
                <a:path h="170296" w="170296">
                  <a:moveTo>
                    <a:pt x="0" y="0"/>
                  </a:moveTo>
                  <a:lnTo>
                    <a:pt x="170296" y="0"/>
                  </a:lnTo>
                  <a:lnTo>
                    <a:pt x="170296" y="170296"/>
                  </a:lnTo>
                  <a:lnTo>
                    <a:pt x="0" y="170296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70296" cy="208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620107" y="6353805"/>
            <a:ext cx="169107" cy="169107"/>
            <a:chOff x="0" y="0"/>
            <a:chExt cx="170296" cy="17029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70296" cy="170296"/>
            </a:xfrm>
            <a:custGeom>
              <a:avLst/>
              <a:gdLst/>
              <a:ahLst/>
              <a:cxnLst/>
              <a:rect r="r" b="b" t="t" l="l"/>
              <a:pathLst>
                <a:path h="170296" w="170296">
                  <a:moveTo>
                    <a:pt x="0" y="0"/>
                  </a:moveTo>
                  <a:lnTo>
                    <a:pt x="170296" y="0"/>
                  </a:lnTo>
                  <a:lnTo>
                    <a:pt x="170296" y="170296"/>
                  </a:lnTo>
                  <a:lnTo>
                    <a:pt x="0" y="170296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70296" cy="208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620107" y="7361112"/>
            <a:ext cx="169107" cy="169107"/>
            <a:chOff x="0" y="0"/>
            <a:chExt cx="170296" cy="17029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70296" cy="170296"/>
            </a:xfrm>
            <a:custGeom>
              <a:avLst/>
              <a:gdLst/>
              <a:ahLst/>
              <a:cxnLst/>
              <a:rect r="r" b="b" t="t" l="l"/>
              <a:pathLst>
                <a:path h="170296" w="170296">
                  <a:moveTo>
                    <a:pt x="0" y="0"/>
                  </a:moveTo>
                  <a:lnTo>
                    <a:pt x="170296" y="0"/>
                  </a:lnTo>
                  <a:lnTo>
                    <a:pt x="170296" y="170296"/>
                  </a:lnTo>
                  <a:lnTo>
                    <a:pt x="0" y="170296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70296" cy="208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11765693" y="1236965"/>
            <a:ext cx="4248105" cy="5656745"/>
          </a:xfrm>
          <a:custGeom>
            <a:avLst/>
            <a:gdLst/>
            <a:ahLst/>
            <a:cxnLst/>
            <a:rect r="r" b="b" t="t" l="l"/>
            <a:pathLst>
              <a:path h="5656745" w="4248105">
                <a:moveTo>
                  <a:pt x="0" y="0"/>
                </a:moveTo>
                <a:lnTo>
                  <a:pt x="4248105" y="0"/>
                </a:lnTo>
                <a:lnTo>
                  <a:pt x="4248105" y="5656746"/>
                </a:lnTo>
                <a:lnTo>
                  <a:pt x="0" y="56567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0172233" y="6940927"/>
            <a:ext cx="7435024" cy="3346073"/>
          </a:xfrm>
          <a:custGeom>
            <a:avLst/>
            <a:gdLst/>
            <a:ahLst/>
            <a:cxnLst/>
            <a:rect r="r" b="b" t="t" l="l"/>
            <a:pathLst>
              <a:path h="3346073" w="7435024">
                <a:moveTo>
                  <a:pt x="0" y="0"/>
                </a:moveTo>
                <a:lnTo>
                  <a:pt x="7435025" y="0"/>
                </a:lnTo>
                <a:lnTo>
                  <a:pt x="7435025" y="3346073"/>
                </a:lnTo>
                <a:lnTo>
                  <a:pt x="0" y="33460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5940842" y="517674"/>
            <a:ext cx="9784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385046" y="517674"/>
            <a:ext cx="1060497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About Us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154289" y="517674"/>
            <a:ext cx="735456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Photo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898530" y="517674"/>
            <a:ext cx="8097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64971" y="2165213"/>
            <a:ext cx="7363018" cy="850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5"/>
              </a:lnSpc>
            </a:pPr>
            <a:r>
              <a:rPr lang="en-US" b="true" sz="5500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5. FRONTEND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074964" y="3910828"/>
            <a:ext cx="9134013" cy="4783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92"/>
              </a:lnSpc>
            </a:pPr>
            <a:r>
              <a:rPr lang="en-US" sz="331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Vanilla JS, SPA, no reloads</a:t>
            </a:r>
          </a:p>
          <a:p>
            <a:pPr algn="l">
              <a:lnSpc>
                <a:spcPts val="7792"/>
              </a:lnSpc>
            </a:pPr>
            <a:r>
              <a:rPr lang="en-US" sz="331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Bootstrap 5 for responsive UI</a:t>
            </a:r>
          </a:p>
          <a:p>
            <a:pPr algn="l">
              <a:lnSpc>
                <a:spcPts val="7792"/>
              </a:lnSpc>
            </a:pPr>
            <a:r>
              <a:rPr lang="en-US" sz="331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JS for UI, navigation, API calls</a:t>
            </a:r>
          </a:p>
          <a:p>
            <a:pPr algn="l">
              <a:lnSpc>
                <a:spcPts val="7792"/>
              </a:lnSpc>
            </a:pPr>
            <a:r>
              <a:rPr lang="en-US" sz="331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Keyboard navigation, high-contrast</a:t>
            </a:r>
          </a:p>
          <a:p>
            <a:pPr algn="l">
              <a:lnSpc>
                <a:spcPts val="7792"/>
              </a:lnSpc>
            </a:pPr>
          </a:p>
        </p:txBody>
      </p:sp>
      <p:sp>
        <p:nvSpPr>
          <p:cNvPr name="TextBox 43" id="43"/>
          <p:cNvSpPr txBox="true"/>
          <p:nvPr/>
        </p:nvSpPr>
        <p:spPr>
          <a:xfrm rot="0">
            <a:off x="1096258" y="489099"/>
            <a:ext cx="1385913" cy="25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SURFERS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0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73429" y="479195"/>
            <a:ext cx="274427" cy="260019"/>
          </a:xfrm>
          <a:custGeom>
            <a:avLst/>
            <a:gdLst/>
            <a:ahLst/>
            <a:cxnLst/>
            <a:rect r="r" b="b" t="t" l="l"/>
            <a:pathLst>
              <a:path h="260019" w="274427">
                <a:moveTo>
                  <a:pt x="0" y="0"/>
                </a:moveTo>
                <a:lnTo>
                  <a:pt x="274427" y="0"/>
                </a:lnTo>
                <a:lnTo>
                  <a:pt x="274427" y="260019"/>
                </a:lnTo>
                <a:lnTo>
                  <a:pt x="0" y="260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708290" y="-3086100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6000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839141" y="8809441"/>
            <a:ext cx="448859" cy="448859"/>
            <a:chOff x="0" y="0"/>
            <a:chExt cx="118218" cy="11821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8218" cy="118218"/>
            </a:xfrm>
            <a:custGeom>
              <a:avLst/>
              <a:gdLst/>
              <a:ahLst/>
              <a:cxnLst/>
              <a:rect r="r" b="b" t="t" l="l"/>
              <a:pathLst>
                <a:path h="118218" w="118218">
                  <a:moveTo>
                    <a:pt x="0" y="0"/>
                  </a:moveTo>
                  <a:lnTo>
                    <a:pt x="118218" y="0"/>
                  </a:lnTo>
                  <a:lnTo>
                    <a:pt x="118218" y="118218"/>
                  </a:lnTo>
                  <a:lnTo>
                    <a:pt x="0" y="118218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18218" cy="1563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7839141" y="8360583"/>
            <a:ext cx="448859" cy="448859"/>
            <a:chOff x="0" y="0"/>
            <a:chExt cx="118218" cy="11821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8218" cy="118218"/>
            </a:xfrm>
            <a:custGeom>
              <a:avLst/>
              <a:gdLst/>
              <a:ahLst/>
              <a:cxnLst/>
              <a:rect r="r" b="b" t="t" l="l"/>
              <a:pathLst>
                <a:path h="118218" w="118218">
                  <a:moveTo>
                    <a:pt x="0" y="0"/>
                  </a:moveTo>
                  <a:lnTo>
                    <a:pt x="118218" y="0"/>
                  </a:lnTo>
                  <a:lnTo>
                    <a:pt x="118218" y="118218"/>
                  </a:lnTo>
                  <a:lnTo>
                    <a:pt x="0" y="118218"/>
                  </a:lnTo>
                  <a:close/>
                </a:path>
              </a:pathLst>
            </a:custGeom>
            <a:solidFill>
              <a:srgbClr val="FFFFFF">
                <a:alpha val="19608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18218" cy="1563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0" y="5143500"/>
            <a:ext cx="1329943" cy="5143500"/>
            <a:chOff x="0" y="0"/>
            <a:chExt cx="350273" cy="135466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50273" cy="1354667"/>
            </a:xfrm>
            <a:custGeom>
              <a:avLst/>
              <a:gdLst/>
              <a:ahLst/>
              <a:cxnLst/>
              <a:rect r="r" b="b" t="t" l="l"/>
              <a:pathLst>
                <a:path h="1354667" w="350273">
                  <a:moveTo>
                    <a:pt x="0" y="0"/>
                  </a:moveTo>
                  <a:lnTo>
                    <a:pt x="350273" y="0"/>
                  </a:lnTo>
                  <a:lnTo>
                    <a:pt x="350273" y="1354667"/>
                  </a:lnTo>
                  <a:lnTo>
                    <a:pt x="0" y="1354667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350273" cy="13927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6131676" y="4065338"/>
            <a:ext cx="2156324" cy="2156324"/>
          </a:xfrm>
          <a:custGeom>
            <a:avLst/>
            <a:gdLst/>
            <a:ahLst/>
            <a:cxnLst/>
            <a:rect r="r" b="b" t="t" l="l"/>
            <a:pathLst>
              <a:path h="2156324" w="2156324">
                <a:moveTo>
                  <a:pt x="0" y="0"/>
                </a:moveTo>
                <a:lnTo>
                  <a:pt x="2156324" y="0"/>
                </a:lnTo>
                <a:lnTo>
                  <a:pt x="2156324" y="2156324"/>
                </a:lnTo>
                <a:lnTo>
                  <a:pt x="0" y="21563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3749734" y="1981708"/>
            <a:ext cx="1193492" cy="47625"/>
            <a:chOff x="0" y="0"/>
            <a:chExt cx="314335" cy="1254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14335" cy="12543"/>
            </a:xfrm>
            <a:custGeom>
              <a:avLst/>
              <a:gdLst/>
              <a:ahLst/>
              <a:cxnLst/>
              <a:rect r="r" b="b" t="t" l="l"/>
              <a:pathLst>
                <a:path h="12543" w="314335">
                  <a:moveTo>
                    <a:pt x="0" y="0"/>
                  </a:moveTo>
                  <a:lnTo>
                    <a:pt x="314335" y="0"/>
                  </a:lnTo>
                  <a:lnTo>
                    <a:pt x="314335" y="12543"/>
                  </a:lnTo>
                  <a:lnTo>
                    <a:pt x="0" y="12543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314335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620107" y="4341702"/>
            <a:ext cx="169107" cy="169107"/>
            <a:chOff x="0" y="0"/>
            <a:chExt cx="170296" cy="17029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70296" cy="170296"/>
            </a:xfrm>
            <a:custGeom>
              <a:avLst/>
              <a:gdLst/>
              <a:ahLst/>
              <a:cxnLst/>
              <a:rect r="r" b="b" t="t" l="l"/>
              <a:pathLst>
                <a:path h="170296" w="170296">
                  <a:moveTo>
                    <a:pt x="0" y="0"/>
                  </a:moveTo>
                  <a:lnTo>
                    <a:pt x="170296" y="0"/>
                  </a:lnTo>
                  <a:lnTo>
                    <a:pt x="170296" y="170296"/>
                  </a:lnTo>
                  <a:lnTo>
                    <a:pt x="0" y="170296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70296" cy="208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620107" y="5346498"/>
            <a:ext cx="169107" cy="169107"/>
            <a:chOff x="0" y="0"/>
            <a:chExt cx="170296" cy="17029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70296" cy="170296"/>
            </a:xfrm>
            <a:custGeom>
              <a:avLst/>
              <a:gdLst/>
              <a:ahLst/>
              <a:cxnLst/>
              <a:rect r="r" b="b" t="t" l="l"/>
              <a:pathLst>
                <a:path h="170296" w="170296">
                  <a:moveTo>
                    <a:pt x="0" y="0"/>
                  </a:moveTo>
                  <a:lnTo>
                    <a:pt x="170296" y="0"/>
                  </a:lnTo>
                  <a:lnTo>
                    <a:pt x="170296" y="170296"/>
                  </a:lnTo>
                  <a:lnTo>
                    <a:pt x="0" y="170296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70296" cy="208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620107" y="6353805"/>
            <a:ext cx="169107" cy="169107"/>
            <a:chOff x="0" y="0"/>
            <a:chExt cx="170296" cy="17029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70296" cy="170296"/>
            </a:xfrm>
            <a:custGeom>
              <a:avLst/>
              <a:gdLst/>
              <a:ahLst/>
              <a:cxnLst/>
              <a:rect r="r" b="b" t="t" l="l"/>
              <a:pathLst>
                <a:path h="170296" w="170296">
                  <a:moveTo>
                    <a:pt x="0" y="0"/>
                  </a:moveTo>
                  <a:lnTo>
                    <a:pt x="170296" y="0"/>
                  </a:lnTo>
                  <a:lnTo>
                    <a:pt x="170296" y="170296"/>
                  </a:lnTo>
                  <a:lnTo>
                    <a:pt x="0" y="170296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70296" cy="208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620107" y="7361112"/>
            <a:ext cx="169107" cy="169107"/>
            <a:chOff x="0" y="0"/>
            <a:chExt cx="170296" cy="17029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70296" cy="170296"/>
            </a:xfrm>
            <a:custGeom>
              <a:avLst/>
              <a:gdLst/>
              <a:ahLst/>
              <a:cxnLst/>
              <a:rect r="r" b="b" t="t" l="l"/>
              <a:pathLst>
                <a:path h="170296" w="170296">
                  <a:moveTo>
                    <a:pt x="0" y="0"/>
                  </a:moveTo>
                  <a:lnTo>
                    <a:pt x="170296" y="0"/>
                  </a:lnTo>
                  <a:lnTo>
                    <a:pt x="170296" y="170296"/>
                  </a:lnTo>
                  <a:lnTo>
                    <a:pt x="0" y="170296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70296" cy="208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10447339" y="2495864"/>
            <a:ext cx="7616232" cy="5295272"/>
          </a:xfrm>
          <a:custGeom>
            <a:avLst/>
            <a:gdLst/>
            <a:ahLst/>
            <a:cxnLst/>
            <a:rect r="r" b="b" t="t" l="l"/>
            <a:pathLst>
              <a:path h="5295272" w="7616232">
                <a:moveTo>
                  <a:pt x="0" y="0"/>
                </a:moveTo>
                <a:lnTo>
                  <a:pt x="7616232" y="0"/>
                </a:lnTo>
                <a:lnTo>
                  <a:pt x="7616232" y="5295272"/>
                </a:lnTo>
                <a:lnTo>
                  <a:pt x="0" y="52952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5940842" y="517674"/>
            <a:ext cx="9784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385046" y="517674"/>
            <a:ext cx="1060497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About Us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154289" y="517674"/>
            <a:ext cx="735456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Photo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898530" y="517674"/>
            <a:ext cx="8097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64971" y="2165213"/>
            <a:ext cx="7363018" cy="850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5"/>
              </a:lnSpc>
            </a:pPr>
            <a:r>
              <a:rPr lang="en-US" b="true" sz="5500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6. CORE GAME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125600" y="2940549"/>
            <a:ext cx="9916726" cy="5764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92"/>
              </a:lnSpc>
            </a:pPr>
          </a:p>
          <a:p>
            <a:pPr algn="l">
              <a:lnSpc>
                <a:spcPts val="7792"/>
              </a:lnSpc>
            </a:pPr>
            <a:r>
              <a:rPr lang="en-US" sz="331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1v1 game, Multiplayer and tournaments</a:t>
            </a:r>
          </a:p>
          <a:p>
            <a:pPr algn="l">
              <a:lnSpc>
                <a:spcPts val="7792"/>
              </a:lnSpc>
            </a:pPr>
            <a:r>
              <a:rPr lang="en-US" sz="331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AI Opponent</a:t>
            </a:r>
          </a:p>
          <a:p>
            <a:pPr algn="l">
              <a:lnSpc>
                <a:spcPts val="7792"/>
              </a:lnSpc>
            </a:pPr>
            <a:r>
              <a:rPr lang="en-US" sz="331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User-customizable game experience</a:t>
            </a:r>
          </a:p>
          <a:p>
            <a:pPr algn="l">
              <a:lnSpc>
                <a:spcPts val="7792"/>
              </a:lnSpc>
            </a:pPr>
            <a:r>
              <a:rPr lang="en-US" sz="331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Real-time score &amp; game state updates</a:t>
            </a:r>
          </a:p>
          <a:p>
            <a:pPr algn="l">
              <a:lnSpc>
                <a:spcPts val="7792"/>
              </a:lnSpc>
            </a:pPr>
          </a:p>
        </p:txBody>
      </p:sp>
      <p:sp>
        <p:nvSpPr>
          <p:cNvPr name="TextBox 42" id="42"/>
          <p:cNvSpPr txBox="true"/>
          <p:nvPr/>
        </p:nvSpPr>
        <p:spPr>
          <a:xfrm rot="0">
            <a:off x="1096258" y="489099"/>
            <a:ext cx="1385913" cy="25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SURFERS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0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73429" y="479195"/>
            <a:ext cx="274427" cy="260019"/>
          </a:xfrm>
          <a:custGeom>
            <a:avLst/>
            <a:gdLst/>
            <a:ahLst/>
            <a:cxnLst/>
            <a:rect r="r" b="b" t="t" l="l"/>
            <a:pathLst>
              <a:path h="260019" w="274427">
                <a:moveTo>
                  <a:pt x="0" y="0"/>
                </a:moveTo>
                <a:lnTo>
                  <a:pt x="274427" y="0"/>
                </a:lnTo>
                <a:lnTo>
                  <a:pt x="274427" y="260019"/>
                </a:lnTo>
                <a:lnTo>
                  <a:pt x="0" y="260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708290" y="-3086100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6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484392" y="6367692"/>
            <a:ext cx="5781216" cy="5781216"/>
          </a:xfrm>
          <a:custGeom>
            <a:avLst/>
            <a:gdLst/>
            <a:ahLst/>
            <a:cxnLst/>
            <a:rect r="r" b="b" t="t" l="l"/>
            <a:pathLst>
              <a:path h="5781216" w="5781216">
                <a:moveTo>
                  <a:pt x="0" y="0"/>
                </a:moveTo>
                <a:lnTo>
                  <a:pt x="5781216" y="0"/>
                </a:lnTo>
                <a:lnTo>
                  <a:pt x="5781216" y="5781216"/>
                </a:lnTo>
                <a:lnTo>
                  <a:pt x="0" y="57812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6000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839141" y="8809441"/>
            <a:ext cx="448859" cy="448859"/>
            <a:chOff x="0" y="0"/>
            <a:chExt cx="118218" cy="11821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8218" cy="118218"/>
            </a:xfrm>
            <a:custGeom>
              <a:avLst/>
              <a:gdLst/>
              <a:ahLst/>
              <a:cxnLst/>
              <a:rect r="r" b="b" t="t" l="l"/>
              <a:pathLst>
                <a:path h="118218" w="118218">
                  <a:moveTo>
                    <a:pt x="0" y="0"/>
                  </a:moveTo>
                  <a:lnTo>
                    <a:pt x="118218" y="0"/>
                  </a:lnTo>
                  <a:lnTo>
                    <a:pt x="118218" y="118218"/>
                  </a:lnTo>
                  <a:lnTo>
                    <a:pt x="0" y="118218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18218" cy="1563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839141" y="8360583"/>
            <a:ext cx="448859" cy="448859"/>
            <a:chOff x="0" y="0"/>
            <a:chExt cx="118218" cy="11821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8218" cy="118218"/>
            </a:xfrm>
            <a:custGeom>
              <a:avLst/>
              <a:gdLst/>
              <a:ahLst/>
              <a:cxnLst/>
              <a:rect r="r" b="b" t="t" l="l"/>
              <a:pathLst>
                <a:path h="118218" w="118218">
                  <a:moveTo>
                    <a:pt x="0" y="0"/>
                  </a:moveTo>
                  <a:lnTo>
                    <a:pt x="118218" y="0"/>
                  </a:lnTo>
                  <a:lnTo>
                    <a:pt x="118218" y="118218"/>
                  </a:lnTo>
                  <a:lnTo>
                    <a:pt x="0" y="118218"/>
                  </a:lnTo>
                  <a:close/>
                </a:path>
              </a:pathLst>
            </a:custGeom>
            <a:solidFill>
              <a:srgbClr val="FFFFFF">
                <a:alpha val="19608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18218" cy="1563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615802" y="2300815"/>
            <a:ext cx="2156324" cy="2156324"/>
          </a:xfrm>
          <a:custGeom>
            <a:avLst/>
            <a:gdLst/>
            <a:ahLst/>
            <a:cxnLst/>
            <a:rect r="r" b="b" t="t" l="l"/>
            <a:pathLst>
              <a:path h="2156324" w="2156324">
                <a:moveTo>
                  <a:pt x="0" y="0"/>
                </a:moveTo>
                <a:lnTo>
                  <a:pt x="2156324" y="0"/>
                </a:lnTo>
                <a:lnTo>
                  <a:pt x="2156324" y="2156324"/>
                </a:lnTo>
                <a:lnTo>
                  <a:pt x="0" y="21563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259466" y="7506850"/>
            <a:ext cx="2156324" cy="2156324"/>
          </a:xfrm>
          <a:custGeom>
            <a:avLst/>
            <a:gdLst/>
            <a:ahLst/>
            <a:cxnLst/>
            <a:rect r="r" b="b" t="t" l="l"/>
            <a:pathLst>
              <a:path h="2156324" w="2156324">
                <a:moveTo>
                  <a:pt x="0" y="0"/>
                </a:moveTo>
                <a:lnTo>
                  <a:pt x="2156324" y="0"/>
                </a:lnTo>
                <a:lnTo>
                  <a:pt x="2156324" y="2156324"/>
                </a:lnTo>
                <a:lnTo>
                  <a:pt x="0" y="21563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704671" y="2375890"/>
            <a:ext cx="4147106" cy="2161640"/>
            <a:chOff x="0" y="0"/>
            <a:chExt cx="5529474" cy="288218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2700" y="12700"/>
              <a:ext cx="5504053" cy="2856738"/>
            </a:xfrm>
            <a:custGeom>
              <a:avLst/>
              <a:gdLst/>
              <a:ahLst/>
              <a:cxnLst/>
              <a:rect r="r" b="b" t="t" l="l"/>
              <a:pathLst>
                <a:path h="2856738" w="5504053">
                  <a:moveTo>
                    <a:pt x="0" y="0"/>
                  </a:moveTo>
                  <a:lnTo>
                    <a:pt x="5504053" y="0"/>
                  </a:lnTo>
                  <a:lnTo>
                    <a:pt x="5504053" y="2856738"/>
                  </a:lnTo>
                  <a:lnTo>
                    <a:pt x="0" y="285673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529453" cy="2882138"/>
            </a:xfrm>
            <a:custGeom>
              <a:avLst/>
              <a:gdLst/>
              <a:ahLst/>
              <a:cxnLst/>
              <a:rect r="r" b="b" t="t" l="l"/>
              <a:pathLst>
                <a:path h="2882138" w="5529453">
                  <a:moveTo>
                    <a:pt x="12700" y="0"/>
                  </a:moveTo>
                  <a:lnTo>
                    <a:pt x="5516753" y="0"/>
                  </a:lnTo>
                  <a:cubicBezTo>
                    <a:pt x="5523738" y="0"/>
                    <a:pt x="5529453" y="5715"/>
                    <a:pt x="5529453" y="12700"/>
                  </a:cubicBezTo>
                  <a:lnTo>
                    <a:pt x="5529453" y="2869438"/>
                  </a:lnTo>
                  <a:cubicBezTo>
                    <a:pt x="5529453" y="2876423"/>
                    <a:pt x="5523738" y="2882138"/>
                    <a:pt x="5516753" y="2882138"/>
                  </a:cubicBezTo>
                  <a:lnTo>
                    <a:pt x="12700" y="2882138"/>
                  </a:lnTo>
                  <a:cubicBezTo>
                    <a:pt x="5715" y="2882138"/>
                    <a:pt x="0" y="2876423"/>
                    <a:pt x="0" y="286943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869438"/>
                  </a:lnTo>
                  <a:lnTo>
                    <a:pt x="12700" y="2869438"/>
                  </a:lnTo>
                  <a:lnTo>
                    <a:pt x="12700" y="2856738"/>
                  </a:lnTo>
                  <a:lnTo>
                    <a:pt x="5516753" y="2856738"/>
                  </a:lnTo>
                  <a:lnTo>
                    <a:pt x="5516753" y="2869438"/>
                  </a:lnTo>
                  <a:lnTo>
                    <a:pt x="5504053" y="2869438"/>
                  </a:lnTo>
                  <a:lnTo>
                    <a:pt x="5504053" y="12700"/>
                  </a:lnTo>
                  <a:lnTo>
                    <a:pt x="5516753" y="12700"/>
                  </a:lnTo>
                  <a:lnTo>
                    <a:pt x="5516753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0000">
                <a:alpha val="784"/>
              </a:srgbClr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04671" y="2375890"/>
            <a:ext cx="4147106" cy="2161640"/>
            <a:chOff x="0" y="0"/>
            <a:chExt cx="5529474" cy="288218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529453" cy="2882138"/>
            </a:xfrm>
            <a:custGeom>
              <a:avLst/>
              <a:gdLst/>
              <a:ahLst/>
              <a:cxnLst/>
              <a:rect r="r" b="b" t="t" l="l"/>
              <a:pathLst>
                <a:path h="2882138" w="5529453">
                  <a:moveTo>
                    <a:pt x="12700" y="0"/>
                  </a:moveTo>
                  <a:lnTo>
                    <a:pt x="5516753" y="0"/>
                  </a:lnTo>
                  <a:cubicBezTo>
                    <a:pt x="5523738" y="0"/>
                    <a:pt x="5529453" y="5715"/>
                    <a:pt x="5529453" y="12700"/>
                  </a:cubicBezTo>
                  <a:lnTo>
                    <a:pt x="5529453" y="2869438"/>
                  </a:lnTo>
                  <a:cubicBezTo>
                    <a:pt x="5529453" y="2876423"/>
                    <a:pt x="5523738" y="2882138"/>
                    <a:pt x="5516753" y="2882138"/>
                  </a:cubicBezTo>
                  <a:lnTo>
                    <a:pt x="12700" y="2882138"/>
                  </a:lnTo>
                  <a:cubicBezTo>
                    <a:pt x="5715" y="2882138"/>
                    <a:pt x="0" y="2876423"/>
                    <a:pt x="0" y="286943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869438"/>
                  </a:lnTo>
                  <a:lnTo>
                    <a:pt x="12700" y="2869438"/>
                  </a:lnTo>
                  <a:lnTo>
                    <a:pt x="12700" y="2856738"/>
                  </a:lnTo>
                  <a:lnTo>
                    <a:pt x="5516753" y="2856738"/>
                  </a:lnTo>
                  <a:lnTo>
                    <a:pt x="5516753" y="2869438"/>
                  </a:lnTo>
                  <a:lnTo>
                    <a:pt x="5504053" y="2869438"/>
                  </a:lnTo>
                  <a:lnTo>
                    <a:pt x="5504053" y="12700"/>
                  </a:lnTo>
                  <a:lnTo>
                    <a:pt x="5516753" y="12700"/>
                  </a:lnTo>
                  <a:lnTo>
                    <a:pt x="5516753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0000">
                <a:alpha val="784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4946998" y="2375890"/>
            <a:ext cx="4147106" cy="2161640"/>
            <a:chOff x="0" y="0"/>
            <a:chExt cx="5529474" cy="288218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2700" y="12700"/>
              <a:ext cx="5504053" cy="2856738"/>
            </a:xfrm>
            <a:custGeom>
              <a:avLst/>
              <a:gdLst/>
              <a:ahLst/>
              <a:cxnLst/>
              <a:rect r="r" b="b" t="t" l="l"/>
              <a:pathLst>
                <a:path h="2856738" w="5504053">
                  <a:moveTo>
                    <a:pt x="0" y="0"/>
                  </a:moveTo>
                  <a:lnTo>
                    <a:pt x="5504053" y="0"/>
                  </a:lnTo>
                  <a:lnTo>
                    <a:pt x="5504053" y="2856738"/>
                  </a:lnTo>
                  <a:lnTo>
                    <a:pt x="0" y="285673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529453" cy="2882138"/>
            </a:xfrm>
            <a:custGeom>
              <a:avLst/>
              <a:gdLst/>
              <a:ahLst/>
              <a:cxnLst/>
              <a:rect r="r" b="b" t="t" l="l"/>
              <a:pathLst>
                <a:path h="2882138" w="5529453">
                  <a:moveTo>
                    <a:pt x="12700" y="0"/>
                  </a:moveTo>
                  <a:lnTo>
                    <a:pt x="5516753" y="0"/>
                  </a:lnTo>
                  <a:cubicBezTo>
                    <a:pt x="5523738" y="0"/>
                    <a:pt x="5529453" y="5715"/>
                    <a:pt x="5529453" y="12700"/>
                  </a:cubicBezTo>
                  <a:lnTo>
                    <a:pt x="5529453" y="2869438"/>
                  </a:lnTo>
                  <a:cubicBezTo>
                    <a:pt x="5529453" y="2876423"/>
                    <a:pt x="5523738" y="2882138"/>
                    <a:pt x="5516753" y="2882138"/>
                  </a:cubicBezTo>
                  <a:lnTo>
                    <a:pt x="12700" y="2882138"/>
                  </a:lnTo>
                  <a:cubicBezTo>
                    <a:pt x="5715" y="2882138"/>
                    <a:pt x="0" y="2876423"/>
                    <a:pt x="0" y="286943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869438"/>
                  </a:lnTo>
                  <a:lnTo>
                    <a:pt x="12700" y="2869438"/>
                  </a:lnTo>
                  <a:lnTo>
                    <a:pt x="12700" y="2856738"/>
                  </a:lnTo>
                  <a:lnTo>
                    <a:pt x="5516753" y="2856738"/>
                  </a:lnTo>
                  <a:lnTo>
                    <a:pt x="5516753" y="2869438"/>
                  </a:lnTo>
                  <a:lnTo>
                    <a:pt x="5504053" y="2869438"/>
                  </a:lnTo>
                  <a:lnTo>
                    <a:pt x="5504053" y="12700"/>
                  </a:lnTo>
                  <a:lnTo>
                    <a:pt x="5516753" y="12700"/>
                  </a:lnTo>
                  <a:lnTo>
                    <a:pt x="5516753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0000">
                <a:alpha val="784"/>
              </a:srgbClr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4946998" y="2375890"/>
            <a:ext cx="4147106" cy="2161640"/>
            <a:chOff x="0" y="0"/>
            <a:chExt cx="5529474" cy="288218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529453" cy="2882138"/>
            </a:xfrm>
            <a:custGeom>
              <a:avLst/>
              <a:gdLst/>
              <a:ahLst/>
              <a:cxnLst/>
              <a:rect r="r" b="b" t="t" l="l"/>
              <a:pathLst>
                <a:path h="2882138" w="5529453">
                  <a:moveTo>
                    <a:pt x="12700" y="0"/>
                  </a:moveTo>
                  <a:lnTo>
                    <a:pt x="5516753" y="0"/>
                  </a:lnTo>
                  <a:cubicBezTo>
                    <a:pt x="5523738" y="0"/>
                    <a:pt x="5529453" y="5715"/>
                    <a:pt x="5529453" y="12700"/>
                  </a:cubicBezTo>
                  <a:lnTo>
                    <a:pt x="5529453" y="2869438"/>
                  </a:lnTo>
                  <a:cubicBezTo>
                    <a:pt x="5529453" y="2876423"/>
                    <a:pt x="5523738" y="2882138"/>
                    <a:pt x="5516753" y="2882138"/>
                  </a:cubicBezTo>
                  <a:lnTo>
                    <a:pt x="12700" y="2882138"/>
                  </a:lnTo>
                  <a:cubicBezTo>
                    <a:pt x="5715" y="2882138"/>
                    <a:pt x="0" y="2876423"/>
                    <a:pt x="0" y="286943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869438"/>
                  </a:lnTo>
                  <a:lnTo>
                    <a:pt x="12700" y="2869438"/>
                  </a:lnTo>
                  <a:lnTo>
                    <a:pt x="12700" y="2856738"/>
                  </a:lnTo>
                  <a:lnTo>
                    <a:pt x="5516753" y="2856738"/>
                  </a:lnTo>
                  <a:lnTo>
                    <a:pt x="5516753" y="2869438"/>
                  </a:lnTo>
                  <a:lnTo>
                    <a:pt x="5504053" y="2869438"/>
                  </a:lnTo>
                  <a:lnTo>
                    <a:pt x="5504053" y="12700"/>
                  </a:lnTo>
                  <a:lnTo>
                    <a:pt x="5516753" y="12700"/>
                  </a:lnTo>
                  <a:lnTo>
                    <a:pt x="5516753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0000">
                <a:alpha val="784"/>
              </a:srgbClr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189324" y="2375890"/>
            <a:ext cx="4147105" cy="2161640"/>
            <a:chOff x="0" y="0"/>
            <a:chExt cx="5529474" cy="288218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2700" y="12700"/>
              <a:ext cx="5504053" cy="2856738"/>
            </a:xfrm>
            <a:custGeom>
              <a:avLst/>
              <a:gdLst/>
              <a:ahLst/>
              <a:cxnLst/>
              <a:rect r="r" b="b" t="t" l="l"/>
              <a:pathLst>
                <a:path h="2856738" w="5504053">
                  <a:moveTo>
                    <a:pt x="0" y="0"/>
                  </a:moveTo>
                  <a:lnTo>
                    <a:pt x="5504053" y="0"/>
                  </a:lnTo>
                  <a:lnTo>
                    <a:pt x="5504053" y="2856738"/>
                  </a:lnTo>
                  <a:lnTo>
                    <a:pt x="0" y="285673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529453" cy="2882138"/>
            </a:xfrm>
            <a:custGeom>
              <a:avLst/>
              <a:gdLst/>
              <a:ahLst/>
              <a:cxnLst/>
              <a:rect r="r" b="b" t="t" l="l"/>
              <a:pathLst>
                <a:path h="2882138" w="5529453">
                  <a:moveTo>
                    <a:pt x="12700" y="0"/>
                  </a:moveTo>
                  <a:lnTo>
                    <a:pt x="5516753" y="0"/>
                  </a:lnTo>
                  <a:cubicBezTo>
                    <a:pt x="5523738" y="0"/>
                    <a:pt x="5529453" y="5715"/>
                    <a:pt x="5529453" y="12700"/>
                  </a:cubicBezTo>
                  <a:lnTo>
                    <a:pt x="5529453" y="2869438"/>
                  </a:lnTo>
                  <a:cubicBezTo>
                    <a:pt x="5529453" y="2876423"/>
                    <a:pt x="5523738" y="2882138"/>
                    <a:pt x="5516753" y="2882138"/>
                  </a:cubicBezTo>
                  <a:lnTo>
                    <a:pt x="12700" y="2882138"/>
                  </a:lnTo>
                  <a:cubicBezTo>
                    <a:pt x="5715" y="2882138"/>
                    <a:pt x="0" y="2876423"/>
                    <a:pt x="0" y="286943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869438"/>
                  </a:lnTo>
                  <a:lnTo>
                    <a:pt x="12700" y="2869438"/>
                  </a:lnTo>
                  <a:lnTo>
                    <a:pt x="12700" y="2856738"/>
                  </a:lnTo>
                  <a:lnTo>
                    <a:pt x="5516753" y="2856738"/>
                  </a:lnTo>
                  <a:lnTo>
                    <a:pt x="5516753" y="2869438"/>
                  </a:lnTo>
                  <a:lnTo>
                    <a:pt x="5504053" y="2869438"/>
                  </a:lnTo>
                  <a:lnTo>
                    <a:pt x="5504053" y="12700"/>
                  </a:lnTo>
                  <a:lnTo>
                    <a:pt x="5516753" y="12700"/>
                  </a:lnTo>
                  <a:lnTo>
                    <a:pt x="5516753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0000">
                <a:alpha val="784"/>
              </a:srgbClr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189324" y="2375890"/>
            <a:ext cx="4147105" cy="2161640"/>
            <a:chOff x="0" y="0"/>
            <a:chExt cx="5529474" cy="288218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529453" cy="2882138"/>
            </a:xfrm>
            <a:custGeom>
              <a:avLst/>
              <a:gdLst/>
              <a:ahLst/>
              <a:cxnLst/>
              <a:rect r="r" b="b" t="t" l="l"/>
              <a:pathLst>
                <a:path h="2882138" w="5529453">
                  <a:moveTo>
                    <a:pt x="12700" y="0"/>
                  </a:moveTo>
                  <a:lnTo>
                    <a:pt x="5516753" y="0"/>
                  </a:lnTo>
                  <a:cubicBezTo>
                    <a:pt x="5523738" y="0"/>
                    <a:pt x="5529453" y="5715"/>
                    <a:pt x="5529453" y="12700"/>
                  </a:cubicBezTo>
                  <a:lnTo>
                    <a:pt x="5529453" y="2869438"/>
                  </a:lnTo>
                  <a:cubicBezTo>
                    <a:pt x="5529453" y="2876423"/>
                    <a:pt x="5523738" y="2882138"/>
                    <a:pt x="5516753" y="2882138"/>
                  </a:cubicBezTo>
                  <a:lnTo>
                    <a:pt x="12700" y="2882138"/>
                  </a:lnTo>
                  <a:cubicBezTo>
                    <a:pt x="5715" y="2882138"/>
                    <a:pt x="0" y="2876423"/>
                    <a:pt x="0" y="286943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869438"/>
                  </a:lnTo>
                  <a:lnTo>
                    <a:pt x="12700" y="2869438"/>
                  </a:lnTo>
                  <a:lnTo>
                    <a:pt x="12700" y="2856738"/>
                  </a:lnTo>
                  <a:lnTo>
                    <a:pt x="5516753" y="2856738"/>
                  </a:lnTo>
                  <a:lnTo>
                    <a:pt x="5516753" y="2869438"/>
                  </a:lnTo>
                  <a:lnTo>
                    <a:pt x="5504053" y="2869438"/>
                  </a:lnTo>
                  <a:lnTo>
                    <a:pt x="5504053" y="12700"/>
                  </a:lnTo>
                  <a:lnTo>
                    <a:pt x="5516753" y="12700"/>
                  </a:lnTo>
                  <a:lnTo>
                    <a:pt x="5516753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0000">
                <a:alpha val="784"/>
              </a:srgbClr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3431651" y="2375890"/>
            <a:ext cx="4147105" cy="2161640"/>
            <a:chOff x="0" y="0"/>
            <a:chExt cx="5529474" cy="288218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2700" y="12700"/>
              <a:ext cx="5504053" cy="2856738"/>
            </a:xfrm>
            <a:custGeom>
              <a:avLst/>
              <a:gdLst/>
              <a:ahLst/>
              <a:cxnLst/>
              <a:rect r="r" b="b" t="t" l="l"/>
              <a:pathLst>
                <a:path h="2856738" w="5504053">
                  <a:moveTo>
                    <a:pt x="0" y="0"/>
                  </a:moveTo>
                  <a:lnTo>
                    <a:pt x="5504053" y="0"/>
                  </a:lnTo>
                  <a:lnTo>
                    <a:pt x="5504053" y="2856738"/>
                  </a:lnTo>
                  <a:lnTo>
                    <a:pt x="0" y="285673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529453" cy="2882138"/>
            </a:xfrm>
            <a:custGeom>
              <a:avLst/>
              <a:gdLst/>
              <a:ahLst/>
              <a:cxnLst/>
              <a:rect r="r" b="b" t="t" l="l"/>
              <a:pathLst>
                <a:path h="2882138" w="5529453">
                  <a:moveTo>
                    <a:pt x="12700" y="0"/>
                  </a:moveTo>
                  <a:lnTo>
                    <a:pt x="5516753" y="0"/>
                  </a:lnTo>
                  <a:cubicBezTo>
                    <a:pt x="5523738" y="0"/>
                    <a:pt x="5529453" y="5715"/>
                    <a:pt x="5529453" y="12700"/>
                  </a:cubicBezTo>
                  <a:lnTo>
                    <a:pt x="5529453" y="2869438"/>
                  </a:lnTo>
                  <a:cubicBezTo>
                    <a:pt x="5529453" y="2876423"/>
                    <a:pt x="5523738" y="2882138"/>
                    <a:pt x="5516753" y="2882138"/>
                  </a:cubicBezTo>
                  <a:lnTo>
                    <a:pt x="12700" y="2882138"/>
                  </a:lnTo>
                  <a:cubicBezTo>
                    <a:pt x="5715" y="2882138"/>
                    <a:pt x="0" y="2876423"/>
                    <a:pt x="0" y="286943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869438"/>
                  </a:lnTo>
                  <a:lnTo>
                    <a:pt x="12700" y="2869438"/>
                  </a:lnTo>
                  <a:lnTo>
                    <a:pt x="12700" y="2856738"/>
                  </a:lnTo>
                  <a:lnTo>
                    <a:pt x="5516753" y="2856738"/>
                  </a:lnTo>
                  <a:lnTo>
                    <a:pt x="5516753" y="2869438"/>
                  </a:lnTo>
                  <a:lnTo>
                    <a:pt x="5504053" y="2869438"/>
                  </a:lnTo>
                  <a:lnTo>
                    <a:pt x="5504053" y="12700"/>
                  </a:lnTo>
                  <a:lnTo>
                    <a:pt x="5516753" y="12700"/>
                  </a:lnTo>
                  <a:lnTo>
                    <a:pt x="5516753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0000">
                <a:alpha val="784"/>
              </a:srgbClr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3431651" y="2375890"/>
            <a:ext cx="4147105" cy="2161640"/>
            <a:chOff x="0" y="0"/>
            <a:chExt cx="5529474" cy="288218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529453" cy="2882138"/>
            </a:xfrm>
            <a:custGeom>
              <a:avLst/>
              <a:gdLst/>
              <a:ahLst/>
              <a:cxnLst/>
              <a:rect r="r" b="b" t="t" l="l"/>
              <a:pathLst>
                <a:path h="2882138" w="5529453">
                  <a:moveTo>
                    <a:pt x="12700" y="0"/>
                  </a:moveTo>
                  <a:lnTo>
                    <a:pt x="5516753" y="0"/>
                  </a:lnTo>
                  <a:cubicBezTo>
                    <a:pt x="5523738" y="0"/>
                    <a:pt x="5529453" y="5715"/>
                    <a:pt x="5529453" y="12700"/>
                  </a:cubicBezTo>
                  <a:lnTo>
                    <a:pt x="5529453" y="2869438"/>
                  </a:lnTo>
                  <a:cubicBezTo>
                    <a:pt x="5529453" y="2876423"/>
                    <a:pt x="5523738" y="2882138"/>
                    <a:pt x="5516753" y="2882138"/>
                  </a:cubicBezTo>
                  <a:lnTo>
                    <a:pt x="12700" y="2882138"/>
                  </a:lnTo>
                  <a:cubicBezTo>
                    <a:pt x="5715" y="2882138"/>
                    <a:pt x="0" y="2876423"/>
                    <a:pt x="0" y="286943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869438"/>
                  </a:lnTo>
                  <a:lnTo>
                    <a:pt x="12700" y="2869438"/>
                  </a:lnTo>
                  <a:lnTo>
                    <a:pt x="12700" y="2856738"/>
                  </a:lnTo>
                  <a:lnTo>
                    <a:pt x="5516753" y="2856738"/>
                  </a:lnTo>
                  <a:lnTo>
                    <a:pt x="5516753" y="2869438"/>
                  </a:lnTo>
                  <a:lnTo>
                    <a:pt x="5504053" y="2869438"/>
                  </a:lnTo>
                  <a:lnTo>
                    <a:pt x="5504053" y="12700"/>
                  </a:lnTo>
                  <a:lnTo>
                    <a:pt x="5516753" y="12700"/>
                  </a:lnTo>
                  <a:lnTo>
                    <a:pt x="5516753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0000">
                <a:alpha val="784"/>
              </a:srgbClr>
            </a:solidFill>
          </p:spPr>
        </p:sp>
      </p:grpSp>
      <p:sp>
        <p:nvSpPr>
          <p:cNvPr name="Freeform 39" id="39" descr="Python logo"/>
          <p:cNvSpPr/>
          <p:nvPr/>
        </p:nvSpPr>
        <p:spPr>
          <a:xfrm flipH="false" flipV="false" rot="0">
            <a:off x="9722950" y="2635925"/>
            <a:ext cx="2985341" cy="1571232"/>
          </a:xfrm>
          <a:custGeom>
            <a:avLst/>
            <a:gdLst/>
            <a:ahLst/>
            <a:cxnLst/>
            <a:rect r="r" b="b" t="t" l="l"/>
            <a:pathLst>
              <a:path h="1571232" w="2985341">
                <a:moveTo>
                  <a:pt x="0" y="0"/>
                </a:moveTo>
                <a:lnTo>
                  <a:pt x="2985340" y="0"/>
                </a:lnTo>
                <a:lnTo>
                  <a:pt x="2985340" y="1571232"/>
                </a:lnTo>
                <a:lnTo>
                  <a:pt x="0" y="15712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35637" t="17000" r="35629" b="17000"/>
            </a:stretch>
          </a:blipFill>
        </p:spPr>
      </p:sp>
      <p:grpSp>
        <p:nvGrpSpPr>
          <p:cNvPr name="Group 40" id="40"/>
          <p:cNvGrpSpPr/>
          <p:nvPr/>
        </p:nvGrpSpPr>
        <p:grpSpPr>
          <a:xfrm rot="0">
            <a:off x="704671" y="4618467"/>
            <a:ext cx="4147106" cy="2161639"/>
            <a:chOff x="0" y="0"/>
            <a:chExt cx="5529474" cy="288218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2700" y="12700"/>
              <a:ext cx="5504053" cy="2856738"/>
            </a:xfrm>
            <a:custGeom>
              <a:avLst/>
              <a:gdLst/>
              <a:ahLst/>
              <a:cxnLst/>
              <a:rect r="r" b="b" t="t" l="l"/>
              <a:pathLst>
                <a:path h="2856738" w="5504053">
                  <a:moveTo>
                    <a:pt x="0" y="0"/>
                  </a:moveTo>
                  <a:lnTo>
                    <a:pt x="5504053" y="0"/>
                  </a:lnTo>
                  <a:lnTo>
                    <a:pt x="5504053" y="2856738"/>
                  </a:lnTo>
                  <a:lnTo>
                    <a:pt x="0" y="285673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529453" cy="2882138"/>
            </a:xfrm>
            <a:custGeom>
              <a:avLst/>
              <a:gdLst/>
              <a:ahLst/>
              <a:cxnLst/>
              <a:rect r="r" b="b" t="t" l="l"/>
              <a:pathLst>
                <a:path h="2882138" w="5529453">
                  <a:moveTo>
                    <a:pt x="12700" y="0"/>
                  </a:moveTo>
                  <a:lnTo>
                    <a:pt x="5516753" y="0"/>
                  </a:lnTo>
                  <a:cubicBezTo>
                    <a:pt x="5523738" y="0"/>
                    <a:pt x="5529453" y="5715"/>
                    <a:pt x="5529453" y="12700"/>
                  </a:cubicBezTo>
                  <a:lnTo>
                    <a:pt x="5529453" y="2869438"/>
                  </a:lnTo>
                  <a:cubicBezTo>
                    <a:pt x="5529453" y="2876423"/>
                    <a:pt x="5523738" y="2882138"/>
                    <a:pt x="5516753" y="2882138"/>
                  </a:cubicBezTo>
                  <a:lnTo>
                    <a:pt x="12700" y="2882138"/>
                  </a:lnTo>
                  <a:cubicBezTo>
                    <a:pt x="5715" y="2882138"/>
                    <a:pt x="0" y="2876423"/>
                    <a:pt x="0" y="286943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869438"/>
                  </a:lnTo>
                  <a:lnTo>
                    <a:pt x="12700" y="2869438"/>
                  </a:lnTo>
                  <a:lnTo>
                    <a:pt x="12700" y="2856738"/>
                  </a:lnTo>
                  <a:lnTo>
                    <a:pt x="5516753" y="2856738"/>
                  </a:lnTo>
                  <a:lnTo>
                    <a:pt x="5516753" y="2869438"/>
                  </a:lnTo>
                  <a:lnTo>
                    <a:pt x="5504053" y="2869438"/>
                  </a:lnTo>
                  <a:lnTo>
                    <a:pt x="5504053" y="12700"/>
                  </a:lnTo>
                  <a:lnTo>
                    <a:pt x="5516753" y="12700"/>
                  </a:lnTo>
                  <a:lnTo>
                    <a:pt x="5516753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0000">
                <a:alpha val="784"/>
              </a:srgbClr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04671" y="4618467"/>
            <a:ext cx="4147106" cy="2161639"/>
            <a:chOff x="0" y="0"/>
            <a:chExt cx="5529474" cy="288218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529453" cy="2882138"/>
            </a:xfrm>
            <a:custGeom>
              <a:avLst/>
              <a:gdLst/>
              <a:ahLst/>
              <a:cxnLst/>
              <a:rect r="r" b="b" t="t" l="l"/>
              <a:pathLst>
                <a:path h="2882138" w="5529453">
                  <a:moveTo>
                    <a:pt x="12700" y="0"/>
                  </a:moveTo>
                  <a:lnTo>
                    <a:pt x="5516753" y="0"/>
                  </a:lnTo>
                  <a:cubicBezTo>
                    <a:pt x="5523738" y="0"/>
                    <a:pt x="5529453" y="5715"/>
                    <a:pt x="5529453" y="12700"/>
                  </a:cubicBezTo>
                  <a:lnTo>
                    <a:pt x="5529453" y="2869438"/>
                  </a:lnTo>
                  <a:cubicBezTo>
                    <a:pt x="5529453" y="2876423"/>
                    <a:pt x="5523738" y="2882138"/>
                    <a:pt x="5516753" y="2882138"/>
                  </a:cubicBezTo>
                  <a:lnTo>
                    <a:pt x="12700" y="2882138"/>
                  </a:lnTo>
                  <a:cubicBezTo>
                    <a:pt x="5715" y="2882138"/>
                    <a:pt x="0" y="2876423"/>
                    <a:pt x="0" y="286943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869438"/>
                  </a:lnTo>
                  <a:lnTo>
                    <a:pt x="12700" y="2869438"/>
                  </a:lnTo>
                  <a:lnTo>
                    <a:pt x="12700" y="2856738"/>
                  </a:lnTo>
                  <a:lnTo>
                    <a:pt x="5516753" y="2856738"/>
                  </a:lnTo>
                  <a:lnTo>
                    <a:pt x="5516753" y="2869438"/>
                  </a:lnTo>
                  <a:lnTo>
                    <a:pt x="5504053" y="2869438"/>
                  </a:lnTo>
                  <a:lnTo>
                    <a:pt x="5504053" y="12700"/>
                  </a:lnTo>
                  <a:lnTo>
                    <a:pt x="5516753" y="12700"/>
                  </a:lnTo>
                  <a:lnTo>
                    <a:pt x="5516753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0000">
                <a:alpha val="784"/>
              </a:srgbClr>
            </a:solidFill>
          </p:spPr>
        </p:sp>
      </p:grpSp>
      <p:sp>
        <p:nvSpPr>
          <p:cNvPr name="Freeform 45" id="45" descr="Django logo"/>
          <p:cNvSpPr/>
          <p:nvPr/>
        </p:nvSpPr>
        <p:spPr>
          <a:xfrm flipH="false" flipV="false" rot="0">
            <a:off x="1256808" y="2675760"/>
            <a:ext cx="2985340" cy="1571232"/>
          </a:xfrm>
          <a:custGeom>
            <a:avLst/>
            <a:gdLst/>
            <a:ahLst/>
            <a:cxnLst/>
            <a:rect r="r" b="b" t="t" l="l"/>
            <a:pathLst>
              <a:path h="1571232" w="2985340">
                <a:moveTo>
                  <a:pt x="0" y="0"/>
                </a:moveTo>
                <a:lnTo>
                  <a:pt x="2985340" y="0"/>
                </a:lnTo>
                <a:lnTo>
                  <a:pt x="2985340" y="1571232"/>
                </a:lnTo>
                <a:lnTo>
                  <a:pt x="0" y="15712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17000" t="23007" r="17000" b="23007"/>
            </a:stretch>
          </a:blipFill>
        </p:spPr>
      </p:sp>
      <p:grpSp>
        <p:nvGrpSpPr>
          <p:cNvPr name="Group 46" id="46"/>
          <p:cNvGrpSpPr/>
          <p:nvPr/>
        </p:nvGrpSpPr>
        <p:grpSpPr>
          <a:xfrm rot="0">
            <a:off x="4946998" y="4618467"/>
            <a:ext cx="4147106" cy="2161639"/>
            <a:chOff x="0" y="0"/>
            <a:chExt cx="5529474" cy="288218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12700" y="12700"/>
              <a:ext cx="5504053" cy="2856738"/>
            </a:xfrm>
            <a:custGeom>
              <a:avLst/>
              <a:gdLst/>
              <a:ahLst/>
              <a:cxnLst/>
              <a:rect r="r" b="b" t="t" l="l"/>
              <a:pathLst>
                <a:path h="2856738" w="5504053">
                  <a:moveTo>
                    <a:pt x="0" y="0"/>
                  </a:moveTo>
                  <a:lnTo>
                    <a:pt x="5504053" y="0"/>
                  </a:lnTo>
                  <a:lnTo>
                    <a:pt x="5504053" y="2856738"/>
                  </a:lnTo>
                  <a:lnTo>
                    <a:pt x="0" y="285673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529453" cy="2882138"/>
            </a:xfrm>
            <a:custGeom>
              <a:avLst/>
              <a:gdLst/>
              <a:ahLst/>
              <a:cxnLst/>
              <a:rect r="r" b="b" t="t" l="l"/>
              <a:pathLst>
                <a:path h="2882138" w="5529453">
                  <a:moveTo>
                    <a:pt x="12700" y="0"/>
                  </a:moveTo>
                  <a:lnTo>
                    <a:pt x="5516753" y="0"/>
                  </a:lnTo>
                  <a:cubicBezTo>
                    <a:pt x="5523738" y="0"/>
                    <a:pt x="5529453" y="5715"/>
                    <a:pt x="5529453" y="12700"/>
                  </a:cubicBezTo>
                  <a:lnTo>
                    <a:pt x="5529453" y="2869438"/>
                  </a:lnTo>
                  <a:cubicBezTo>
                    <a:pt x="5529453" y="2876423"/>
                    <a:pt x="5523738" y="2882138"/>
                    <a:pt x="5516753" y="2882138"/>
                  </a:cubicBezTo>
                  <a:lnTo>
                    <a:pt x="12700" y="2882138"/>
                  </a:lnTo>
                  <a:cubicBezTo>
                    <a:pt x="5715" y="2882138"/>
                    <a:pt x="0" y="2876423"/>
                    <a:pt x="0" y="286943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869438"/>
                  </a:lnTo>
                  <a:lnTo>
                    <a:pt x="12700" y="2869438"/>
                  </a:lnTo>
                  <a:lnTo>
                    <a:pt x="12700" y="2856738"/>
                  </a:lnTo>
                  <a:lnTo>
                    <a:pt x="5516753" y="2856738"/>
                  </a:lnTo>
                  <a:lnTo>
                    <a:pt x="5516753" y="2869438"/>
                  </a:lnTo>
                  <a:lnTo>
                    <a:pt x="5504053" y="2869438"/>
                  </a:lnTo>
                  <a:lnTo>
                    <a:pt x="5504053" y="12700"/>
                  </a:lnTo>
                  <a:lnTo>
                    <a:pt x="5516753" y="12700"/>
                  </a:lnTo>
                  <a:lnTo>
                    <a:pt x="5516753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0000">
                <a:alpha val="784"/>
              </a:srgbClr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4946998" y="4618467"/>
            <a:ext cx="4147106" cy="2161639"/>
            <a:chOff x="0" y="0"/>
            <a:chExt cx="5529474" cy="288218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529453" cy="2882138"/>
            </a:xfrm>
            <a:custGeom>
              <a:avLst/>
              <a:gdLst/>
              <a:ahLst/>
              <a:cxnLst/>
              <a:rect r="r" b="b" t="t" l="l"/>
              <a:pathLst>
                <a:path h="2882138" w="5529453">
                  <a:moveTo>
                    <a:pt x="12700" y="0"/>
                  </a:moveTo>
                  <a:lnTo>
                    <a:pt x="5516753" y="0"/>
                  </a:lnTo>
                  <a:cubicBezTo>
                    <a:pt x="5523738" y="0"/>
                    <a:pt x="5529453" y="5715"/>
                    <a:pt x="5529453" y="12700"/>
                  </a:cubicBezTo>
                  <a:lnTo>
                    <a:pt x="5529453" y="2869438"/>
                  </a:lnTo>
                  <a:cubicBezTo>
                    <a:pt x="5529453" y="2876423"/>
                    <a:pt x="5523738" y="2882138"/>
                    <a:pt x="5516753" y="2882138"/>
                  </a:cubicBezTo>
                  <a:lnTo>
                    <a:pt x="12700" y="2882138"/>
                  </a:lnTo>
                  <a:cubicBezTo>
                    <a:pt x="5715" y="2882138"/>
                    <a:pt x="0" y="2876423"/>
                    <a:pt x="0" y="286943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869438"/>
                  </a:lnTo>
                  <a:lnTo>
                    <a:pt x="12700" y="2869438"/>
                  </a:lnTo>
                  <a:lnTo>
                    <a:pt x="12700" y="2856738"/>
                  </a:lnTo>
                  <a:lnTo>
                    <a:pt x="5516753" y="2856738"/>
                  </a:lnTo>
                  <a:lnTo>
                    <a:pt x="5516753" y="2869438"/>
                  </a:lnTo>
                  <a:lnTo>
                    <a:pt x="5504053" y="2869438"/>
                  </a:lnTo>
                  <a:lnTo>
                    <a:pt x="5504053" y="12700"/>
                  </a:lnTo>
                  <a:lnTo>
                    <a:pt x="5516753" y="12700"/>
                  </a:lnTo>
                  <a:lnTo>
                    <a:pt x="5516753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0000">
                <a:alpha val="784"/>
              </a:srgbClr>
            </a:solidFill>
          </p:spPr>
        </p:sp>
      </p:grpSp>
      <p:sp>
        <p:nvSpPr>
          <p:cNvPr name="Freeform 51" id="51" descr="PostgreSQL logo"/>
          <p:cNvSpPr/>
          <p:nvPr/>
        </p:nvSpPr>
        <p:spPr>
          <a:xfrm flipH="false" flipV="false" rot="0">
            <a:off x="5527879" y="2675760"/>
            <a:ext cx="2985340" cy="1571232"/>
          </a:xfrm>
          <a:custGeom>
            <a:avLst/>
            <a:gdLst/>
            <a:ahLst/>
            <a:cxnLst/>
            <a:rect r="r" b="b" t="t" l="l"/>
            <a:pathLst>
              <a:path h="1571232" w="2985340">
                <a:moveTo>
                  <a:pt x="0" y="0"/>
                </a:moveTo>
                <a:lnTo>
                  <a:pt x="2985341" y="0"/>
                </a:lnTo>
                <a:lnTo>
                  <a:pt x="2985341" y="1571232"/>
                </a:lnTo>
                <a:lnTo>
                  <a:pt x="0" y="157123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33169" t="17000" r="33169" b="16999"/>
            </a:stretch>
          </a:blipFill>
        </p:spPr>
      </p:sp>
      <p:grpSp>
        <p:nvGrpSpPr>
          <p:cNvPr name="Group 52" id="52"/>
          <p:cNvGrpSpPr/>
          <p:nvPr/>
        </p:nvGrpSpPr>
        <p:grpSpPr>
          <a:xfrm rot="0">
            <a:off x="9189324" y="4618467"/>
            <a:ext cx="4147105" cy="2161639"/>
            <a:chOff x="0" y="0"/>
            <a:chExt cx="5529474" cy="288218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12700" y="12700"/>
              <a:ext cx="5504053" cy="2856738"/>
            </a:xfrm>
            <a:custGeom>
              <a:avLst/>
              <a:gdLst/>
              <a:ahLst/>
              <a:cxnLst/>
              <a:rect r="r" b="b" t="t" l="l"/>
              <a:pathLst>
                <a:path h="2856738" w="5504053">
                  <a:moveTo>
                    <a:pt x="0" y="0"/>
                  </a:moveTo>
                  <a:lnTo>
                    <a:pt x="5504053" y="0"/>
                  </a:lnTo>
                  <a:lnTo>
                    <a:pt x="5504053" y="2856738"/>
                  </a:lnTo>
                  <a:lnTo>
                    <a:pt x="0" y="285673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529453" cy="2882138"/>
            </a:xfrm>
            <a:custGeom>
              <a:avLst/>
              <a:gdLst/>
              <a:ahLst/>
              <a:cxnLst/>
              <a:rect r="r" b="b" t="t" l="l"/>
              <a:pathLst>
                <a:path h="2882138" w="5529453">
                  <a:moveTo>
                    <a:pt x="12700" y="0"/>
                  </a:moveTo>
                  <a:lnTo>
                    <a:pt x="5516753" y="0"/>
                  </a:lnTo>
                  <a:cubicBezTo>
                    <a:pt x="5523738" y="0"/>
                    <a:pt x="5529453" y="5715"/>
                    <a:pt x="5529453" y="12700"/>
                  </a:cubicBezTo>
                  <a:lnTo>
                    <a:pt x="5529453" y="2869438"/>
                  </a:lnTo>
                  <a:cubicBezTo>
                    <a:pt x="5529453" y="2876423"/>
                    <a:pt x="5523738" y="2882138"/>
                    <a:pt x="5516753" y="2882138"/>
                  </a:cubicBezTo>
                  <a:lnTo>
                    <a:pt x="12700" y="2882138"/>
                  </a:lnTo>
                  <a:cubicBezTo>
                    <a:pt x="5715" y="2882138"/>
                    <a:pt x="0" y="2876423"/>
                    <a:pt x="0" y="286943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869438"/>
                  </a:lnTo>
                  <a:lnTo>
                    <a:pt x="12700" y="2869438"/>
                  </a:lnTo>
                  <a:lnTo>
                    <a:pt x="12700" y="2856738"/>
                  </a:lnTo>
                  <a:lnTo>
                    <a:pt x="5516753" y="2856738"/>
                  </a:lnTo>
                  <a:lnTo>
                    <a:pt x="5516753" y="2869438"/>
                  </a:lnTo>
                  <a:lnTo>
                    <a:pt x="5504053" y="2869438"/>
                  </a:lnTo>
                  <a:lnTo>
                    <a:pt x="5504053" y="12700"/>
                  </a:lnTo>
                  <a:lnTo>
                    <a:pt x="5516753" y="12700"/>
                  </a:lnTo>
                  <a:lnTo>
                    <a:pt x="5516753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0000">
                <a:alpha val="784"/>
              </a:srgbClr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9189324" y="4618467"/>
            <a:ext cx="4147105" cy="2161639"/>
            <a:chOff x="0" y="0"/>
            <a:chExt cx="5529474" cy="288218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529453" cy="2882138"/>
            </a:xfrm>
            <a:custGeom>
              <a:avLst/>
              <a:gdLst/>
              <a:ahLst/>
              <a:cxnLst/>
              <a:rect r="r" b="b" t="t" l="l"/>
              <a:pathLst>
                <a:path h="2882138" w="5529453">
                  <a:moveTo>
                    <a:pt x="12700" y="0"/>
                  </a:moveTo>
                  <a:lnTo>
                    <a:pt x="5516753" y="0"/>
                  </a:lnTo>
                  <a:cubicBezTo>
                    <a:pt x="5523738" y="0"/>
                    <a:pt x="5529453" y="5715"/>
                    <a:pt x="5529453" y="12700"/>
                  </a:cubicBezTo>
                  <a:lnTo>
                    <a:pt x="5529453" y="2869438"/>
                  </a:lnTo>
                  <a:cubicBezTo>
                    <a:pt x="5529453" y="2876423"/>
                    <a:pt x="5523738" y="2882138"/>
                    <a:pt x="5516753" y="2882138"/>
                  </a:cubicBezTo>
                  <a:lnTo>
                    <a:pt x="12700" y="2882138"/>
                  </a:lnTo>
                  <a:cubicBezTo>
                    <a:pt x="5715" y="2882138"/>
                    <a:pt x="0" y="2876423"/>
                    <a:pt x="0" y="286943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869438"/>
                  </a:lnTo>
                  <a:lnTo>
                    <a:pt x="12700" y="2869438"/>
                  </a:lnTo>
                  <a:lnTo>
                    <a:pt x="12700" y="2856738"/>
                  </a:lnTo>
                  <a:lnTo>
                    <a:pt x="5516753" y="2856738"/>
                  </a:lnTo>
                  <a:lnTo>
                    <a:pt x="5516753" y="2869438"/>
                  </a:lnTo>
                  <a:lnTo>
                    <a:pt x="5504053" y="2869438"/>
                  </a:lnTo>
                  <a:lnTo>
                    <a:pt x="5504053" y="12700"/>
                  </a:lnTo>
                  <a:lnTo>
                    <a:pt x="5516753" y="12700"/>
                  </a:lnTo>
                  <a:lnTo>
                    <a:pt x="5516753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0000">
                <a:alpha val="784"/>
              </a:srgbClr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3431651" y="4618467"/>
            <a:ext cx="4147105" cy="2161639"/>
            <a:chOff x="0" y="0"/>
            <a:chExt cx="5529474" cy="288218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12700" y="12700"/>
              <a:ext cx="5504053" cy="2856738"/>
            </a:xfrm>
            <a:custGeom>
              <a:avLst/>
              <a:gdLst/>
              <a:ahLst/>
              <a:cxnLst/>
              <a:rect r="r" b="b" t="t" l="l"/>
              <a:pathLst>
                <a:path h="2856738" w="5504053">
                  <a:moveTo>
                    <a:pt x="0" y="0"/>
                  </a:moveTo>
                  <a:lnTo>
                    <a:pt x="5504053" y="0"/>
                  </a:lnTo>
                  <a:lnTo>
                    <a:pt x="5504053" y="2856738"/>
                  </a:lnTo>
                  <a:lnTo>
                    <a:pt x="0" y="285673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529453" cy="2882138"/>
            </a:xfrm>
            <a:custGeom>
              <a:avLst/>
              <a:gdLst/>
              <a:ahLst/>
              <a:cxnLst/>
              <a:rect r="r" b="b" t="t" l="l"/>
              <a:pathLst>
                <a:path h="2882138" w="5529453">
                  <a:moveTo>
                    <a:pt x="12700" y="0"/>
                  </a:moveTo>
                  <a:lnTo>
                    <a:pt x="5516753" y="0"/>
                  </a:lnTo>
                  <a:cubicBezTo>
                    <a:pt x="5523738" y="0"/>
                    <a:pt x="5529453" y="5715"/>
                    <a:pt x="5529453" y="12700"/>
                  </a:cubicBezTo>
                  <a:lnTo>
                    <a:pt x="5529453" y="2869438"/>
                  </a:lnTo>
                  <a:cubicBezTo>
                    <a:pt x="5529453" y="2876423"/>
                    <a:pt x="5523738" y="2882138"/>
                    <a:pt x="5516753" y="2882138"/>
                  </a:cubicBezTo>
                  <a:lnTo>
                    <a:pt x="12700" y="2882138"/>
                  </a:lnTo>
                  <a:cubicBezTo>
                    <a:pt x="5715" y="2882138"/>
                    <a:pt x="0" y="2876423"/>
                    <a:pt x="0" y="286943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869438"/>
                  </a:lnTo>
                  <a:lnTo>
                    <a:pt x="12700" y="2869438"/>
                  </a:lnTo>
                  <a:lnTo>
                    <a:pt x="12700" y="2856738"/>
                  </a:lnTo>
                  <a:lnTo>
                    <a:pt x="5516753" y="2856738"/>
                  </a:lnTo>
                  <a:lnTo>
                    <a:pt x="5516753" y="2869438"/>
                  </a:lnTo>
                  <a:lnTo>
                    <a:pt x="5504053" y="2869438"/>
                  </a:lnTo>
                  <a:lnTo>
                    <a:pt x="5504053" y="12700"/>
                  </a:lnTo>
                  <a:lnTo>
                    <a:pt x="5516753" y="12700"/>
                  </a:lnTo>
                  <a:lnTo>
                    <a:pt x="5516753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0000">
                <a:alpha val="784"/>
              </a:srgbClr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3431651" y="4618467"/>
            <a:ext cx="4147105" cy="2161639"/>
            <a:chOff x="0" y="0"/>
            <a:chExt cx="5529474" cy="288218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529453" cy="2882138"/>
            </a:xfrm>
            <a:custGeom>
              <a:avLst/>
              <a:gdLst/>
              <a:ahLst/>
              <a:cxnLst/>
              <a:rect r="r" b="b" t="t" l="l"/>
              <a:pathLst>
                <a:path h="2882138" w="5529453">
                  <a:moveTo>
                    <a:pt x="12700" y="0"/>
                  </a:moveTo>
                  <a:lnTo>
                    <a:pt x="5516753" y="0"/>
                  </a:lnTo>
                  <a:cubicBezTo>
                    <a:pt x="5523738" y="0"/>
                    <a:pt x="5529453" y="5715"/>
                    <a:pt x="5529453" y="12700"/>
                  </a:cubicBezTo>
                  <a:lnTo>
                    <a:pt x="5529453" y="2869438"/>
                  </a:lnTo>
                  <a:cubicBezTo>
                    <a:pt x="5529453" y="2876423"/>
                    <a:pt x="5523738" y="2882138"/>
                    <a:pt x="5516753" y="2882138"/>
                  </a:cubicBezTo>
                  <a:lnTo>
                    <a:pt x="12700" y="2882138"/>
                  </a:lnTo>
                  <a:cubicBezTo>
                    <a:pt x="5715" y="2882138"/>
                    <a:pt x="0" y="2876423"/>
                    <a:pt x="0" y="286943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869438"/>
                  </a:lnTo>
                  <a:lnTo>
                    <a:pt x="12700" y="2869438"/>
                  </a:lnTo>
                  <a:lnTo>
                    <a:pt x="12700" y="2856738"/>
                  </a:lnTo>
                  <a:lnTo>
                    <a:pt x="5516753" y="2856738"/>
                  </a:lnTo>
                  <a:lnTo>
                    <a:pt x="5516753" y="2869438"/>
                  </a:lnTo>
                  <a:lnTo>
                    <a:pt x="5504053" y="2869438"/>
                  </a:lnTo>
                  <a:lnTo>
                    <a:pt x="5504053" y="12700"/>
                  </a:lnTo>
                  <a:lnTo>
                    <a:pt x="5516753" y="12700"/>
                  </a:lnTo>
                  <a:lnTo>
                    <a:pt x="5516753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0000">
                <a:alpha val="784"/>
              </a:srgbClr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-791629" y="1004917"/>
            <a:ext cx="18283428" cy="1219698"/>
            <a:chOff x="0" y="0"/>
            <a:chExt cx="24377904" cy="162626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4377904" cy="1626264"/>
            </a:xfrm>
            <a:custGeom>
              <a:avLst/>
              <a:gdLst/>
              <a:ahLst/>
              <a:cxnLst/>
              <a:rect r="r" b="b" t="t" l="l"/>
              <a:pathLst>
                <a:path h="1626264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626264"/>
                  </a:lnTo>
                  <a:lnTo>
                    <a:pt x="0" y="162626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0" y="19050"/>
              <a:ext cx="24377904" cy="1607214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6547"/>
                </a:lnSpc>
              </a:pPr>
              <a:r>
                <a:rPr lang="en-US" b="true" sz="5625" spc="-337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Technology Stack</a:t>
              </a:r>
            </a:p>
          </p:txBody>
        </p:sp>
      </p:grpSp>
      <p:sp>
        <p:nvSpPr>
          <p:cNvPr name="Freeform 65" id="65"/>
          <p:cNvSpPr/>
          <p:nvPr/>
        </p:nvSpPr>
        <p:spPr>
          <a:xfrm flipH="false" flipV="false" rot="0">
            <a:off x="1924256" y="5073280"/>
            <a:ext cx="1650444" cy="1141994"/>
          </a:xfrm>
          <a:custGeom>
            <a:avLst/>
            <a:gdLst/>
            <a:ahLst/>
            <a:cxnLst/>
            <a:rect r="r" b="b" t="t" l="l"/>
            <a:pathLst>
              <a:path h="1141994" w="1650444">
                <a:moveTo>
                  <a:pt x="0" y="0"/>
                </a:moveTo>
                <a:lnTo>
                  <a:pt x="1650444" y="0"/>
                </a:lnTo>
                <a:lnTo>
                  <a:pt x="1650444" y="1141995"/>
                </a:lnTo>
                <a:lnTo>
                  <a:pt x="0" y="11419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64405" t="0" r="0" b="0"/>
            </a:stretch>
          </a:blipFill>
        </p:spPr>
      </p:sp>
      <p:sp>
        <p:nvSpPr>
          <p:cNvPr name="Freeform 66" id="66"/>
          <p:cNvSpPr/>
          <p:nvPr/>
        </p:nvSpPr>
        <p:spPr>
          <a:xfrm flipH="false" flipV="false" rot="0">
            <a:off x="14232246" y="2566250"/>
            <a:ext cx="2687057" cy="1790252"/>
          </a:xfrm>
          <a:custGeom>
            <a:avLst/>
            <a:gdLst/>
            <a:ahLst/>
            <a:cxnLst/>
            <a:rect r="r" b="b" t="t" l="l"/>
            <a:pathLst>
              <a:path h="1790252" w="2687057">
                <a:moveTo>
                  <a:pt x="0" y="0"/>
                </a:moveTo>
                <a:lnTo>
                  <a:pt x="2687057" y="0"/>
                </a:lnTo>
                <a:lnTo>
                  <a:pt x="2687057" y="1790252"/>
                </a:lnTo>
                <a:lnTo>
                  <a:pt x="0" y="179025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67" id="67"/>
          <p:cNvSpPr/>
          <p:nvPr/>
        </p:nvSpPr>
        <p:spPr>
          <a:xfrm flipH="false" flipV="false" rot="0">
            <a:off x="6434235" y="4935928"/>
            <a:ext cx="1526717" cy="1526717"/>
          </a:xfrm>
          <a:custGeom>
            <a:avLst/>
            <a:gdLst/>
            <a:ahLst/>
            <a:cxnLst/>
            <a:rect r="r" b="b" t="t" l="l"/>
            <a:pathLst>
              <a:path h="1526717" w="1526717">
                <a:moveTo>
                  <a:pt x="0" y="0"/>
                </a:moveTo>
                <a:lnTo>
                  <a:pt x="1526717" y="0"/>
                </a:lnTo>
                <a:lnTo>
                  <a:pt x="1526717" y="1526717"/>
                </a:lnTo>
                <a:lnTo>
                  <a:pt x="0" y="152671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68" id="68"/>
          <p:cNvSpPr/>
          <p:nvPr/>
        </p:nvSpPr>
        <p:spPr>
          <a:xfrm flipH="false" flipV="false" rot="0">
            <a:off x="10614214" y="4920863"/>
            <a:ext cx="1446829" cy="1446829"/>
          </a:xfrm>
          <a:custGeom>
            <a:avLst/>
            <a:gdLst/>
            <a:ahLst/>
            <a:cxnLst/>
            <a:rect r="r" b="b" t="t" l="l"/>
            <a:pathLst>
              <a:path h="1446829" w="1446829">
                <a:moveTo>
                  <a:pt x="0" y="0"/>
                </a:moveTo>
                <a:lnTo>
                  <a:pt x="1446828" y="0"/>
                </a:lnTo>
                <a:lnTo>
                  <a:pt x="1446828" y="1446829"/>
                </a:lnTo>
                <a:lnTo>
                  <a:pt x="0" y="144682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69" id="69"/>
          <p:cNvSpPr/>
          <p:nvPr/>
        </p:nvSpPr>
        <p:spPr>
          <a:xfrm flipH="false" flipV="false" rot="0">
            <a:off x="14917579" y="5071098"/>
            <a:ext cx="1256378" cy="1256378"/>
          </a:xfrm>
          <a:custGeom>
            <a:avLst/>
            <a:gdLst/>
            <a:ahLst/>
            <a:cxnLst/>
            <a:rect r="r" b="b" t="t" l="l"/>
            <a:pathLst>
              <a:path h="1256378" w="1256378">
                <a:moveTo>
                  <a:pt x="0" y="0"/>
                </a:moveTo>
                <a:lnTo>
                  <a:pt x="1256379" y="0"/>
                </a:lnTo>
                <a:lnTo>
                  <a:pt x="1256379" y="1256378"/>
                </a:lnTo>
                <a:lnTo>
                  <a:pt x="0" y="125637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grpSp>
        <p:nvGrpSpPr>
          <p:cNvPr name="Group 70" id="70"/>
          <p:cNvGrpSpPr/>
          <p:nvPr/>
        </p:nvGrpSpPr>
        <p:grpSpPr>
          <a:xfrm rot="0">
            <a:off x="704671" y="6856306"/>
            <a:ext cx="4147106" cy="2161639"/>
            <a:chOff x="0" y="0"/>
            <a:chExt cx="5529474" cy="288218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12700" y="12700"/>
              <a:ext cx="5504053" cy="2856738"/>
            </a:xfrm>
            <a:custGeom>
              <a:avLst/>
              <a:gdLst/>
              <a:ahLst/>
              <a:cxnLst/>
              <a:rect r="r" b="b" t="t" l="l"/>
              <a:pathLst>
                <a:path h="2856738" w="5504053">
                  <a:moveTo>
                    <a:pt x="0" y="0"/>
                  </a:moveTo>
                  <a:lnTo>
                    <a:pt x="5504053" y="0"/>
                  </a:lnTo>
                  <a:lnTo>
                    <a:pt x="5504053" y="2856738"/>
                  </a:lnTo>
                  <a:lnTo>
                    <a:pt x="0" y="285673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529453" cy="2882138"/>
            </a:xfrm>
            <a:custGeom>
              <a:avLst/>
              <a:gdLst/>
              <a:ahLst/>
              <a:cxnLst/>
              <a:rect r="r" b="b" t="t" l="l"/>
              <a:pathLst>
                <a:path h="2882138" w="5529453">
                  <a:moveTo>
                    <a:pt x="12700" y="0"/>
                  </a:moveTo>
                  <a:lnTo>
                    <a:pt x="5516753" y="0"/>
                  </a:lnTo>
                  <a:cubicBezTo>
                    <a:pt x="5523738" y="0"/>
                    <a:pt x="5529453" y="5715"/>
                    <a:pt x="5529453" y="12700"/>
                  </a:cubicBezTo>
                  <a:lnTo>
                    <a:pt x="5529453" y="2869438"/>
                  </a:lnTo>
                  <a:cubicBezTo>
                    <a:pt x="5529453" y="2876423"/>
                    <a:pt x="5523738" y="2882138"/>
                    <a:pt x="5516753" y="2882138"/>
                  </a:cubicBezTo>
                  <a:lnTo>
                    <a:pt x="12700" y="2882138"/>
                  </a:lnTo>
                  <a:cubicBezTo>
                    <a:pt x="5715" y="2882138"/>
                    <a:pt x="0" y="2876423"/>
                    <a:pt x="0" y="286943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869438"/>
                  </a:lnTo>
                  <a:lnTo>
                    <a:pt x="12700" y="2869438"/>
                  </a:lnTo>
                  <a:lnTo>
                    <a:pt x="12700" y="2856738"/>
                  </a:lnTo>
                  <a:lnTo>
                    <a:pt x="5516753" y="2856738"/>
                  </a:lnTo>
                  <a:lnTo>
                    <a:pt x="5516753" y="2869438"/>
                  </a:lnTo>
                  <a:lnTo>
                    <a:pt x="5504053" y="2869438"/>
                  </a:lnTo>
                  <a:lnTo>
                    <a:pt x="5504053" y="12700"/>
                  </a:lnTo>
                  <a:lnTo>
                    <a:pt x="5516753" y="12700"/>
                  </a:lnTo>
                  <a:lnTo>
                    <a:pt x="5516753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0000">
                <a:alpha val="784"/>
              </a:srgbClr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4946997" y="6856306"/>
            <a:ext cx="4147106" cy="2161639"/>
            <a:chOff x="0" y="0"/>
            <a:chExt cx="5529474" cy="288218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12700" y="12700"/>
              <a:ext cx="5504053" cy="2856738"/>
            </a:xfrm>
            <a:custGeom>
              <a:avLst/>
              <a:gdLst/>
              <a:ahLst/>
              <a:cxnLst/>
              <a:rect r="r" b="b" t="t" l="l"/>
              <a:pathLst>
                <a:path h="2856738" w="5504053">
                  <a:moveTo>
                    <a:pt x="0" y="0"/>
                  </a:moveTo>
                  <a:lnTo>
                    <a:pt x="5504053" y="0"/>
                  </a:lnTo>
                  <a:lnTo>
                    <a:pt x="5504053" y="2856738"/>
                  </a:lnTo>
                  <a:lnTo>
                    <a:pt x="0" y="285673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529453" cy="2882138"/>
            </a:xfrm>
            <a:custGeom>
              <a:avLst/>
              <a:gdLst/>
              <a:ahLst/>
              <a:cxnLst/>
              <a:rect r="r" b="b" t="t" l="l"/>
              <a:pathLst>
                <a:path h="2882138" w="5529453">
                  <a:moveTo>
                    <a:pt x="12700" y="0"/>
                  </a:moveTo>
                  <a:lnTo>
                    <a:pt x="5516753" y="0"/>
                  </a:lnTo>
                  <a:cubicBezTo>
                    <a:pt x="5523738" y="0"/>
                    <a:pt x="5529453" y="5715"/>
                    <a:pt x="5529453" y="12700"/>
                  </a:cubicBezTo>
                  <a:lnTo>
                    <a:pt x="5529453" y="2869438"/>
                  </a:lnTo>
                  <a:cubicBezTo>
                    <a:pt x="5529453" y="2876423"/>
                    <a:pt x="5523738" y="2882138"/>
                    <a:pt x="5516753" y="2882138"/>
                  </a:cubicBezTo>
                  <a:lnTo>
                    <a:pt x="12700" y="2882138"/>
                  </a:lnTo>
                  <a:cubicBezTo>
                    <a:pt x="5715" y="2882138"/>
                    <a:pt x="0" y="2876423"/>
                    <a:pt x="0" y="286943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869438"/>
                  </a:lnTo>
                  <a:lnTo>
                    <a:pt x="12700" y="2869438"/>
                  </a:lnTo>
                  <a:lnTo>
                    <a:pt x="12700" y="2856738"/>
                  </a:lnTo>
                  <a:lnTo>
                    <a:pt x="5516753" y="2856738"/>
                  </a:lnTo>
                  <a:lnTo>
                    <a:pt x="5516753" y="2869438"/>
                  </a:lnTo>
                  <a:lnTo>
                    <a:pt x="5504053" y="2869438"/>
                  </a:lnTo>
                  <a:lnTo>
                    <a:pt x="5504053" y="12700"/>
                  </a:lnTo>
                  <a:lnTo>
                    <a:pt x="5516753" y="12700"/>
                  </a:lnTo>
                  <a:lnTo>
                    <a:pt x="5516753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0000">
                <a:alpha val="784"/>
              </a:srgbClr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9189324" y="6856306"/>
            <a:ext cx="4147106" cy="2161639"/>
            <a:chOff x="0" y="0"/>
            <a:chExt cx="5529474" cy="288218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12700" y="12700"/>
              <a:ext cx="5504053" cy="2856738"/>
            </a:xfrm>
            <a:custGeom>
              <a:avLst/>
              <a:gdLst/>
              <a:ahLst/>
              <a:cxnLst/>
              <a:rect r="r" b="b" t="t" l="l"/>
              <a:pathLst>
                <a:path h="2856738" w="5504053">
                  <a:moveTo>
                    <a:pt x="0" y="0"/>
                  </a:moveTo>
                  <a:lnTo>
                    <a:pt x="5504053" y="0"/>
                  </a:lnTo>
                  <a:lnTo>
                    <a:pt x="5504053" y="2856738"/>
                  </a:lnTo>
                  <a:lnTo>
                    <a:pt x="0" y="285673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529453" cy="2882138"/>
            </a:xfrm>
            <a:custGeom>
              <a:avLst/>
              <a:gdLst/>
              <a:ahLst/>
              <a:cxnLst/>
              <a:rect r="r" b="b" t="t" l="l"/>
              <a:pathLst>
                <a:path h="2882138" w="5529453">
                  <a:moveTo>
                    <a:pt x="12700" y="0"/>
                  </a:moveTo>
                  <a:lnTo>
                    <a:pt x="5516753" y="0"/>
                  </a:lnTo>
                  <a:cubicBezTo>
                    <a:pt x="5523738" y="0"/>
                    <a:pt x="5529453" y="5715"/>
                    <a:pt x="5529453" y="12700"/>
                  </a:cubicBezTo>
                  <a:lnTo>
                    <a:pt x="5529453" y="2869438"/>
                  </a:lnTo>
                  <a:cubicBezTo>
                    <a:pt x="5529453" y="2876423"/>
                    <a:pt x="5523738" y="2882138"/>
                    <a:pt x="5516753" y="2882138"/>
                  </a:cubicBezTo>
                  <a:lnTo>
                    <a:pt x="12700" y="2882138"/>
                  </a:lnTo>
                  <a:cubicBezTo>
                    <a:pt x="5715" y="2882138"/>
                    <a:pt x="0" y="2876423"/>
                    <a:pt x="0" y="286943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869438"/>
                  </a:lnTo>
                  <a:lnTo>
                    <a:pt x="12700" y="2869438"/>
                  </a:lnTo>
                  <a:lnTo>
                    <a:pt x="12700" y="2856738"/>
                  </a:lnTo>
                  <a:lnTo>
                    <a:pt x="5516753" y="2856738"/>
                  </a:lnTo>
                  <a:lnTo>
                    <a:pt x="5516753" y="2869438"/>
                  </a:lnTo>
                  <a:lnTo>
                    <a:pt x="5504053" y="2869438"/>
                  </a:lnTo>
                  <a:lnTo>
                    <a:pt x="5504053" y="12700"/>
                  </a:lnTo>
                  <a:lnTo>
                    <a:pt x="5516753" y="12700"/>
                  </a:lnTo>
                  <a:lnTo>
                    <a:pt x="5516753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0000">
                <a:alpha val="784"/>
              </a:srgbClr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3472216" y="6872231"/>
            <a:ext cx="4147106" cy="2161639"/>
            <a:chOff x="0" y="0"/>
            <a:chExt cx="5529474" cy="2882186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12700" y="12700"/>
              <a:ext cx="5504053" cy="2856738"/>
            </a:xfrm>
            <a:custGeom>
              <a:avLst/>
              <a:gdLst/>
              <a:ahLst/>
              <a:cxnLst/>
              <a:rect r="r" b="b" t="t" l="l"/>
              <a:pathLst>
                <a:path h="2856738" w="5504053">
                  <a:moveTo>
                    <a:pt x="0" y="0"/>
                  </a:moveTo>
                  <a:lnTo>
                    <a:pt x="5504053" y="0"/>
                  </a:lnTo>
                  <a:lnTo>
                    <a:pt x="5504053" y="2856738"/>
                  </a:lnTo>
                  <a:lnTo>
                    <a:pt x="0" y="285673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529453" cy="2882138"/>
            </a:xfrm>
            <a:custGeom>
              <a:avLst/>
              <a:gdLst/>
              <a:ahLst/>
              <a:cxnLst/>
              <a:rect r="r" b="b" t="t" l="l"/>
              <a:pathLst>
                <a:path h="2882138" w="5529453">
                  <a:moveTo>
                    <a:pt x="12700" y="0"/>
                  </a:moveTo>
                  <a:lnTo>
                    <a:pt x="5516753" y="0"/>
                  </a:lnTo>
                  <a:cubicBezTo>
                    <a:pt x="5523738" y="0"/>
                    <a:pt x="5529453" y="5715"/>
                    <a:pt x="5529453" y="12700"/>
                  </a:cubicBezTo>
                  <a:lnTo>
                    <a:pt x="5529453" y="2869438"/>
                  </a:lnTo>
                  <a:cubicBezTo>
                    <a:pt x="5529453" y="2876423"/>
                    <a:pt x="5523738" y="2882138"/>
                    <a:pt x="5516753" y="2882138"/>
                  </a:cubicBezTo>
                  <a:lnTo>
                    <a:pt x="12700" y="2882138"/>
                  </a:lnTo>
                  <a:cubicBezTo>
                    <a:pt x="5715" y="2882138"/>
                    <a:pt x="0" y="2876423"/>
                    <a:pt x="0" y="286943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869438"/>
                  </a:lnTo>
                  <a:lnTo>
                    <a:pt x="12700" y="2869438"/>
                  </a:lnTo>
                  <a:lnTo>
                    <a:pt x="12700" y="2856738"/>
                  </a:lnTo>
                  <a:lnTo>
                    <a:pt x="5516753" y="2856738"/>
                  </a:lnTo>
                  <a:lnTo>
                    <a:pt x="5516753" y="2869438"/>
                  </a:lnTo>
                  <a:lnTo>
                    <a:pt x="5504053" y="2869438"/>
                  </a:lnTo>
                  <a:lnTo>
                    <a:pt x="5504053" y="12700"/>
                  </a:lnTo>
                  <a:lnTo>
                    <a:pt x="5516753" y="12700"/>
                  </a:lnTo>
                  <a:lnTo>
                    <a:pt x="5516753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0000">
                <a:alpha val="784"/>
              </a:srgbClr>
            </a:solidFill>
          </p:spPr>
        </p:sp>
      </p:grpSp>
      <p:sp>
        <p:nvSpPr>
          <p:cNvPr name="Freeform 82" id="82"/>
          <p:cNvSpPr/>
          <p:nvPr/>
        </p:nvSpPr>
        <p:spPr>
          <a:xfrm flipH="false" flipV="false" rot="0">
            <a:off x="14784819" y="7114500"/>
            <a:ext cx="1645253" cy="1645253"/>
          </a:xfrm>
          <a:custGeom>
            <a:avLst/>
            <a:gdLst/>
            <a:ahLst/>
            <a:cxnLst/>
            <a:rect r="r" b="b" t="t" l="l"/>
            <a:pathLst>
              <a:path h="1645253" w="1645253">
                <a:moveTo>
                  <a:pt x="0" y="0"/>
                </a:moveTo>
                <a:lnTo>
                  <a:pt x="1645254" y="0"/>
                </a:lnTo>
                <a:lnTo>
                  <a:pt x="1645254" y="1645253"/>
                </a:lnTo>
                <a:lnTo>
                  <a:pt x="0" y="164525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83" id="83"/>
          <p:cNvSpPr/>
          <p:nvPr/>
        </p:nvSpPr>
        <p:spPr>
          <a:xfrm flipH="false" flipV="false" rot="0">
            <a:off x="9812396" y="6888529"/>
            <a:ext cx="3050463" cy="2097194"/>
          </a:xfrm>
          <a:custGeom>
            <a:avLst/>
            <a:gdLst/>
            <a:ahLst/>
            <a:cxnLst/>
            <a:rect r="r" b="b" t="t" l="l"/>
            <a:pathLst>
              <a:path h="2097194" w="3050463">
                <a:moveTo>
                  <a:pt x="0" y="0"/>
                </a:moveTo>
                <a:lnTo>
                  <a:pt x="3050464" y="0"/>
                </a:lnTo>
                <a:lnTo>
                  <a:pt x="3050464" y="2097194"/>
                </a:lnTo>
                <a:lnTo>
                  <a:pt x="0" y="209719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84" id="84"/>
          <p:cNvSpPr/>
          <p:nvPr/>
        </p:nvSpPr>
        <p:spPr>
          <a:xfrm flipH="false" flipV="false" rot="0">
            <a:off x="6093091" y="7281073"/>
            <a:ext cx="1686533" cy="1343956"/>
          </a:xfrm>
          <a:custGeom>
            <a:avLst/>
            <a:gdLst/>
            <a:ahLst/>
            <a:cxnLst/>
            <a:rect r="r" b="b" t="t" l="l"/>
            <a:pathLst>
              <a:path h="1343956" w="1686533">
                <a:moveTo>
                  <a:pt x="0" y="0"/>
                </a:moveTo>
                <a:lnTo>
                  <a:pt x="1686533" y="0"/>
                </a:lnTo>
                <a:lnTo>
                  <a:pt x="1686533" y="1343956"/>
                </a:lnTo>
                <a:lnTo>
                  <a:pt x="0" y="134395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85" id="85"/>
          <p:cNvSpPr/>
          <p:nvPr/>
        </p:nvSpPr>
        <p:spPr>
          <a:xfrm flipH="false" flipV="false" rot="0">
            <a:off x="1256808" y="7399232"/>
            <a:ext cx="2868088" cy="1266739"/>
          </a:xfrm>
          <a:custGeom>
            <a:avLst/>
            <a:gdLst/>
            <a:ahLst/>
            <a:cxnLst/>
            <a:rect r="r" b="b" t="t" l="l"/>
            <a:pathLst>
              <a:path h="1266739" w="2868088">
                <a:moveTo>
                  <a:pt x="0" y="0"/>
                </a:moveTo>
                <a:lnTo>
                  <a:pt x="2868088" y="0"/>
                </a:lnTo>
                <a:lnTo>
                  <a:pt x="2868088" y="1266738"/>
                </a:lnTo>
                <a:lnTo>
                  <a:pt x="0" y="1266738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86" id="86"/>
          <p:cNvSpPr txBox="true"/>
          <p:nvPr/>
        </p:nvSpPr>
        <p:spPr>
          <a:xfrm rot="0">
            <a:off x="15940842" y="517674"/>
            <a:ext cx="9784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4385046" y="517674"/>
            <a:ext cx="1060497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About Us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3154289" y="517674"/>
            <a:ext cx="735456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Photo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1898530" y="517674"/>
            <a:ext cx="8097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096258" y="489099"/>
            <a:ext cx="1385913" cy="25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SURFERS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0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73429" y="479195"/>
            <a:ext cx="274427" cy="260019"/>
          </a:xfrm>
          <a:custGeom>
            <a:avLst/>
            <a:gdLst/>
            <a:ahLst/>
            <a:cxnLst/>
            <a:rect r="r" b="b" t="t" l="l"/>
            <a:pathLst>
              <a:path h="260019" w="274427">
                <a:moveTo>
                  <a:pt x="0" y="0"/>
                </a:moveTo>
                <a:lnTo>
                  <a:pt x="274427" y="0"/>
                </a:lnTo>
                <a:lnTo>
                  <a:pt x="274427" y="260019"/>
                </a:lnTo>
                <a:lnTo>
                  <a:pt x="0" y="260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708290" y="-3086100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6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484392" y="6367692"/>
            <a:ext cx="5781216" cy="5781216"/>
          </a:xfrm>
          <a:custGeom>
            <a:avLst/>
            <a:gdLst/>
            <a:ahLst/>
            <a:cxnLst/>
            <a:rect r="r" b="b" t="t" l="l"/>
            <a:pathLst>
              <a:path h="5781216" w="5781216">
                <a:moveTo>
                  <a:pt x="0" y="0"/>
                </a:moveTo>
                <a:lnTo>
                  <a:pt x="5781216" y="0"/>
                </a:lnTo>
                <a:lnTo>
                  <a:pt x="5781216" y="5781216"/>
                </a:lnTo>
                <a:lnTo>
                  <a:pt x="0" y="57812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6000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839141" y="8809441"/>
            <a:ext cx="448859" cy="448859"/>
            <a:chOff x="0" y="0"/>
            <a:chExt cx="118218" cy="11821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8218" cy="118218"/>
            </a:xfrm>
            <a:custGeom>
              <a:avLst/>
              <a:gdLst/>
              <a:ahLst/>
              <a:cxnLst/>
              <a:rect r="r" b="b" t="t" l="l"/>
              <a:pathLst>
                <a:path h="118218" w="118218">
                  <a:moveTo>
                    <a:pt x="0" y="0"/>
                  </a:moveTo>
                  <a:lnTo>
                    <a:pt x="118218" y="0"/>
                  </a:lnTo>
                  <a:lnTo>
                    <a:pt x="118218" y="118218"/>
                  </a:lnTo>
                  <a:lnTo>
                    <a:pt x="0" y="118218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18218" cy="1563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839141" y="8360583"/>
            <a:ext cx="448859" cy="448859"/>
            <a:chOff x="0" y="0"/>
            <a:chExt cx="118218" cy="11821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8218" cy="118218"/>
            </a:xfrm>
            <a:custGeom>
              <a:avLst/>
              <a:gdLst/>
              <a:ahLst/>
              <a:cxnLst/>
              <a:rect r="r" b="b" t="t" l="l"/>
              <a:pathLst>
                <a:path h="118218" w="118218">
                  <a:moveTo>
                    <a:pt x="0" y="0"/>
                  </a:moveTo>
                  <a:lnTo>
                    <a:pt x="118218" y="0"/>
                  </a:lnTo>
                  <a:lnTo>
                    <a:pt x="118218" y="118218"/>
                  </a:lnTo>
                  <a:lnTo>
                    <a:pt x="0" y="118218"/>
                  </a:lnTo>
                  <a:close/>
                </a:path>
              </a:pathLst>
            </a:custGeom>
            <a:solidFill>
              <a:srgbClr val="FFFFFF">
                <a:alpha val="19608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18218" cy="1563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621081" y="1761366"/>
            <a:ext cx="3899926" cy="6585871"/>
            <a:chOff x="0" y="0"/>
            <a:chExt cx="5199901" cy="8781161"/>
          </a:xfrm>
        </p:grpSpPr>
        <p:pic>
          <p:nvPicPr>
            <p:cNvPr name="Picture 18" id="18"/>
            <p:cNvPicPr>
              <a:picLocks noChangeAspect="true"/>
            </p:cNvPicPr>
            <p:nvPr/>
          </p:nvPicPr>
          <p:blipFill>
            <a:blip r:embed="rId5"/>
            <a:srcRect l="19197" t="0" r="21585" b="0"/>
            <a:stretch>
              <a:fillRect/>
            </a:stretch>
          </p:blipFill>
          <p:spPr>
            <a:xfrm flipH="false" flipV="false">
              <a:off x="0" y="0"/>
              <a:ext cx="5199901" cy="8781161"/>
            </a:xfrm>
            <a:prstGeom prst="rect">
              <a:avLst/>
            </a:prstGeom>
          </p:spPr>
        </p:pic>
      </p:grpSp>
      <p:grpSp>
        <p:nvGrpSpPr>
          <p:cNvPr name="Group 19" id="19"/>
          <p:cNvGrpSpPr/>
          <p:nvPr/>
        </p:nvGrpSpPr>
        <p:grpSpPr>
          <a:xfrm rot="0">
            <a:off x="1028700" y="1761366"/>
            <a:ext cx="1329943" cy="6585871"/>
            <a:chOff x="0" y="0"/>
            <a:chExt cx="350273" cy="173455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50273" cy="1734550"/>
            </a:xfrm>
            <a:custGeom>
              <a:avLst/>
              <a:gdLst/>
              <a:ahLst/>
              <a:cxnLst/>
              <a:rect r="r" b="b" t="t" l="l"/>
              <a:pathLst>
                <a:path h="1734550" w="350273">
                  <a:moveTo>
                    <a:pt x="0" y="0"/>
                  </a:moveTo>
                  <a:lnTo>
                    <a:pt x="350273" y="0"/>
                  </a:lnTo>
                  <a:lnTo>
                    <a:pt x="350273" y="1734550"/>
                  </a:lnTo>
                  <a:lnTo>
                    <a:pt x="0" y="1734550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350273" cy="1772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5442845" y="739214"/>
            <a:ext cx="2156324" cy="2156324"/>
          </a:xfrm>
          <a:custGeom>
            <a:avLst/>
            <a:gdLst/>
            <a:ahLst/>
            <a:cxnLst/>
            <a:rect r="r" b="b" t="t" l="l"/>
            <a:pathLst>
              <a:path h="2156324" w="2156324">
                <a:moveTo>
                  <a:pt x="0" y="0"/>
                </a:moveTo>
                <a:lnTo>
                  <a:pt x="2156324" y="0"/>
                </a:lnTo>
                <a:lnTo>
                  <a:pt x="2156324" y="2156324"/>
                </a:lnTo>
                <a:lnTo>
                  <a:pt x="0" y="21563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3019047" y="7269075"/>
            <a:ext cx="2156324" cy="2156324"/>
          </a:xfrm>
          <a:custGeom>
            <a:avLst/>
            <a:gdLst/>
            <a:ahLst/>
            <a:cxnLst/>
            <a:rect r="r" b="b" t="t" l="l"/>
            <a:pathLst>
              <a:path h="2156324" w="2156324">
                <a:moveTo>
                  <a:pt x="0" y="0"/>
                </a:moveTo>
                <a:lnTo>
                  <a:pt x="2156324" y="0"/>
                </a:lnTo>
                <a:lnTo>
                  <a:pt x="2156324" y="2156324"/>
                </a:lnTo>
                <a:lnTo>
                  <a:pt x="0" y="21563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8470543" y="2706316"/>
            <a:ext cx="1193492" cy="47625"/>
            <a:chOff x="0" y="0"/>
            <a:chExt cx="314335" cy="1254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14335" cy="12543"/>
            </a:xfrm>
            <a:custGeom>
              <a:avLst/>
              <a:gdLst/>
              <a:ahLst/>
              <a:cxnLst/>
              <a:rect r="r" b="b" t="t" l="l"/>
              <a:pathLst>
                <a:path h="12543" w="314335">
                  <a:moveTo>
                    <a:pt x="0" y="0"/>
                  </a:moveTo>
                  <a:lnTo>
                    <a:pt x="314335" y="0"/>
                  </a:lnTo>
                  <a:lnTo>
                    <a:pt x="314335" y="12543"/>
                  </a:lnTo>
                  <a:lnTo>
                    <a:pt x="0" y="12543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314335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5940842" y="517674"/>
            <a:ext cx="9784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385046" y="517674"/>
            <a:ext cx="1060497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About Us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154289" y="517674"/>
            <a:ext cx="735456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Photo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898530" y="517674"/>
            <a:ext cx="8097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475659" y="4886263"/>
            <a:ext cx="9817457" cy="955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0"/>
              </a:lnSpc>
              <a:spcBef>
                <a:spcPct val="0"/>
              </a:spcBef>
            </a:pPr>
            <a:r>
              <a:rPr lang="en-US" b="true" sz="5500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CONCLUSION &amp; IMPACT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96258" y="489099"/>
            <a:ext cx="1385913" cy="25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SURFERS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3429" y="479195"/>
            <a:ext cx="274427" cy="260019"/>
          </a:xfrm>
          <a:custGeom>
            <a:avLst/>
            <a:gdLst/>
            <a:ahLst/>
            <a:cxnLst/>
            <a:rect r="r" b="b" t="t" l="l"/>
            <a:pathLst>
              <a:path h="260019" w="274427">
                <a:moveTo>
                  <a:pt x="0" y="0"/>
                </a:moveTo>
                <a:lnTo>
                  <a:pt x="274427" y="0"/>
                </a:lnTo>
                <a:lnTo>
                  <a:pt x="274427" y="260019"/>
                </a:lnTo>
                <a:lnTo>
                  <a:pt x="0" y="2600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708290" y="-3086100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6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484392" y="6367692"/>
            <a:ext cx="5781216" cy="5781216"/>
          </a:xfrm>
          <a:custGeom>
            <a:avLst/>
            <a:gdLst/>
            <a:ahLst/>
            <a:cxnLst/>
            <a:rect r="r" b="b" t="t" l="l"/>
            <a:pathLst>
              <a:path h="5781216" w="5781216">
                <a:moveTo>
                  <a:pt x="0" y="0"/>
                </a:moveTo>
                <a:lnTo>
                  <a:pt x="5781216" y="0"/>
                </a:lnTo>
                <a:lnTo>
                  <a:pt x="5781216" y="5781216"/>
                </a:lnTo>
                <a:lnTo>
                  <a:pt x="0" y="57812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6000"/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977910" y="3512224"/>
            <a:ext cx="12332180" cy="3262552"/>
            <a:chOff x="0" y="0"/>
            <a:chExt cx="3247982" cy="85927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247982" cy="859273"/>
            </a:xfrm>
            <a:custGeom>
              <a:avLst/>
              <a:gdLst/>
              <a:ahLst/>
              <a:cxnLst/>
              <a:rect r="r" b="b" t="t" l="l"/>
              <a:pathLst>
                <a:path h="859273" w="3247982">
                  <a:moveTo>
                    <a:pt x="0" y="0"/>
                  </a:moveTo>
                  <a:lnTo>
                    <a:pt x="3247982" y="0"/>
                  </a:lnTo>
                  <a:lnTo>
                    <a:pt x="3247982" y="859273"/>
                  </a:lnTo>
                  <a:lnTo>
                    <a:pt x="0" y="8592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gradFill>
                <a:gsLst>
                  <a:gs pos="0">
                    <a:srgbClr val="FF2BC4">
                      <a:alpha val="100000"/>
                    </a:srgbClr>
                  </a:gs>
                  <a:gs pos="100000">
                    <a:srgbClr val="5500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247982" cy="8973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899748" y="2434062"/>
            <a:ext cx="2156324" cy="2156324"/>
          </a:xfrm>
          <a:custGeom>
            <a:avLst/>
            <a:gdLst/>
            <a:ahLst/>
            <a:cxnLst/>
            <a:rect r="r" b="b" t="t" l="l"/>
            <a:pathLst>
              <a:path h="2156324" w="2156324">
                <a:moveTo>
                  <a:pt x="0" y="0"/>
                </a:moveTo>
                <a:lnTo>
                  <a:pt x="2156324" y="0"/>
                </a:lnTo>
                <a:lnTo>
                  <a:pt x="2156324" y="2156324"/>
                </a:lnTo>
                <a:lnTo>
                  <a:pt x="0" y="21563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596319" y="4066062"/>
            <a:ext cx="11095362" cy="1945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45"/>
              </a:lnSpc>
              <a:spcBef>
                <a:spcPct val="0"/>
              </a:spcBef>
            </a:pPr>
            <a:r>
              <a:rPr lang="en-US" b="true" sz="11318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THANK YOU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4231928" y="5696614"/>
            <a:ext cx="2156324" cy="2156324"/>
          </a:xfrm>
          <a:custGeom>
            <a:avLst/>
            <a:gdLst/>
            <a:ahLst/>
            <a:cxnLst/>
            <a:rect r="r" b="b" t="t" l="l"/>
            <a:pathLst>
              <a:path h="2156324" w="2156324">
                <a:moveTo>
                  <a:pt x="0" y="0"/>
                </a:moveTo>
                <a:lnTo>
                  <a:pt x="2156324" y="0"/>
                </a:lnTo>
                <a:lnTo>
                  <a:pt x="2156324" y="2156324"/>
                </a:lnTo>
                <a:lnTo>
                  <a:pt x="0" y="21563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7839141" y="8809441"/>
            <a:ext cx="448859" cy="448859"/>
            <a:chOff x="0" y="0"/>
            <a:chExt cx="118218" cy="11821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8218" cy="118218"/>
            </a:xfrm>
            <a:custGeom>
              <a:avLst/>
              <a:gdLst/>
              <a:ahLst/>
              <a:cxnLst/>
              <a:rect r="r" b="b" t="t" l="l"/>
              <a:pathLst>
                <a:path h="118218" w="118218">
                  <a:moveTo>
                    <a:pt x="0" y="0"/>
                  </a:moveTo>
                  <a:lnTo>
                    <a:pt x="118218" y="0"/>
                  </a:lnTo>
                  <a:lnTo>
                    <a:pt x="118218" y="118218"/>
                  </a:lnTo>
                  <a:lnTo>
                    <a:pt x="0" y="118218"/>
                  </a:lnTo>
                  <a:close/>
                </a:path>
              </a:pathLst>
            </a:custGeom>
            <a:gradFill rotWithShape="true"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18218" cy="1563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5940842" y="517674"/>
            <a:ext cx="9784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385046" y="517674"/>
            <a:ext cx="1060497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About Us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154289" y="517674"/>
            <a:ext cx="735456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Photo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898530" y="517674"/>
            <a:ext cx="8097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7839141" y="8360583"/>
            <a:ext cx="448859" cy="448859"/>
            <a:chOff x="0" y="0"/>
            <a:chExt cx="118218" cy="11821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8218" cy="118218"/>
            </a:xfrm>
            <a:custGeom>
              <a:avLst/>
              <a:gdLst/>
              <a:ahLst/>
              <a:cxnLst/>
              <a:rect r="r" b="b" t="t" l="l"/>
              <a:pathLst>
                <a:path h="118218" w="118218">
                  <a:moveTo>
                    <a:pt x="0" y="0"/>
                  </a:moveTo>
                  <a:lnTo>
                    <a:pt x="118218" y="0"/>
                  </a:lnTo>
                  <a:lnTo>
                    <a:pt x="118218" y="118218"/>
                  </a:lnTo>
                  <a:lnTo>
                    <a:pt x="0" y="118218"/>
                  </a:lnTo>
                  <a:close/>
                </a:path>
              </a:pathLst>
            </a:custGeom>
            <a:solidFill>
              <a:srgbClr val="FFFFFF">
                <a:alpha val="19608"/>
              </a:srgbClr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18218" cy="1563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096258" y="489099"/>
            <a:ext cx="1385913" cy="25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SURFERS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EC34B1F97F70E42825B31ED6A3A5A8D" ma:contentTypeVersion="4" ma:contentTypeDescription="Create a new document." ma:contentTypeScope="" ma:versionID="969316fe698b6e4c0f5df98308e66797">
  <xsd:schema xmlns:xsd="http://www.w3.org/2001/XMLSchema" xmlns:xs="http://www.w3.org/2001/XMLSchema" xmlns:p="http://schemas.microsoft.com/office/2006/metadata/properties" xmlns:ns2="c7c9efc5-500e-42e7-9d81-f0ebefa8e16a" targetNamespace="http://schemas.microsoft.com/office/2006/metadata/properties" ma:root="true" ma:fieldsID="aec0544378a00196d51d785f4c88c1d5" ns2:_="">
    <xsd:import namespace="c7c9efc5-500e-42e7-9d81-f0ebefa8e16a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c9efc5-500e-42e7-9d81-f0ebefa8e16a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c7c9efc5-500e-42e7-9d81-f0ebefa8e16a" xsi:nil="true"/>
  </documentManagement>
</p:properties>
</file>

<file path=customXml/itemProps1.xml><?xml version="1.0" encoding="utf-8"?>
<ds:datastoreItem xmlns:ds="http://schemas.openxmlformats.org/officeDocument/2006/customXml" ds:itemID="{A4A556D9-FBCA-4B70-A4A6-AD88FD1B1E5A}"/>
</file>

<file path=customXml/itemProps2.xml><?xml version="1.0" encoding="utf-8"?>
<ds:datastoreItem xmlns:ds="http://schemas.openxmlformats.org/officeDocument/2006/customXml" ds:itemID="{B712612D-6B47-44CB-9D2E-56F855963D42}"/>
</file>

<file path=customXml/itemProps3.xml><?xml version="1.0" encoding="utf-8"?>
<ds:datastoreItem xmlns:ds="http://schemas.openxmlformats.org/officeDocument/2006/customXml" ds:itemID="{972BAFFC-838B-4CB6-9B96-DB4625E1AE1B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Purple Futuristic Technology Presentation</dc:title>
  <cp:revision>1</cp:revision>
  <dcterms:created xsi:type="dcterms:W3CDTF">2006-08-16T00:00:00Z</dcterms:created>
  <dcterms:modified xsi:type="dcterms:W3CDTF">2011-08-01T06:04:30Z</dcterms:modified>
  <dc:identifier>DAGowe0uquY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0x0101007EC34B1F97F70E42825B31ED6A3A5A8D</vt:lpwstr>
  </property>
</Properties>
</file>